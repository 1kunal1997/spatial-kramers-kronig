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6573-2E02-9A10-5079-46B5655D9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83B13-8F5F-354D-2E47-69C087581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D6801-910E-4920-12F8-F0EE8F3C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898D-D6AB-487E-ECE4-B60C9637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27B0-C300-A997-D467-24B3F2DB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3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EF73-960B-8F19-218B-E55BBE6B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2D0F7-7149-9FA6-B358-C12A579F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16CB-32D5-6229-5B72-739CB82D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06EB9-C2C3-F62B-F9A1-20295C24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00DA-530B-48D9-B76D-858A97BF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1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71C0-C9CB-7C4B-6BDC-9704120B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87958-7095-94E8-BCE3-7D6D23170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2E582-7BF7-CA59-BD8A-C3F0A2C1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F233-382D-745A-2EF3-B635CFDD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914EA-0EE7-C633-7B9A-05B4473D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2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E691-8362-2DF6-41A3-A2C55A63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ECC56-A67F-770D-5BED-DDAD2FB62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FD776-CF57-FDAE-10AB-C2C56CF31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4F17C-4FC7-5F8E-129B-456DCB4E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422E-50B6-46E6-5C98-E55A6556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BAC8B-3923-BF26-0644-BB83C393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40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D547-9042-B94B-9914-C2B41A12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183A4-0377-7C99-EE5A-F65061600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89C28-66C1-FC0F-8C21-5C1F66B8C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D85C7-2BD6-15B1-CDB1-39FA5E7BC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A73AF-45CA-D8D3-FEED-517DDC23D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EE850-CC7F-46DB-4C36-0C8532B4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29C05-5C03-5F10-E12B-A8E3E5CF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A97BA-998E-68BC-7C7D-30563AAF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5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855B-A83F-561B-292F-DD5220E2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1EB54-701B-B1C7-0083-5F62607A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0BC30-066B-CB82-A469-9D0FC8B5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AFB17-9AF3-4C8C-E51E-48C4FDE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0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EE785-C19D-55EB-5FE6-1F31503B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BDC3A-AE3C-6E53-A777-9B026B27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91A3F-4937-60DF-5685-3675F72C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2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D9B1-1672-EE31-5042-266718BE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7697-4D7D-2859-D63C-5F8018AB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93FA3-A57F-5B8B-057C-B95D09B2D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20D1-732C-57EC-F7EF-75EC3E0C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BC8D-E114-FA5F-C55D-00531C66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6FA06-E59F-DD3B-55F0-D65260B5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4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2D79-047F-F8C3-9074-BBD12BA31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2B1B3-47DB-AA71-F93C-22433A373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1552D-5398-9838-AE7F-FF408DED1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2F57F-70D2-B2DD-8A79-22036134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E9CA7-DAE5-A6ED-D4FF-C6E45FB0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D74DF-E490-47DF-92A3-5F40E418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3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23DD-D278-DB5C-DE5F-C2D2384F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810F9-983B-9F55-7D50-88A460BB9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B7E5-5B29-728C-F28A-B604F80C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3F650-C92A-454E-02DB-C3C48662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68C10-9D3A-1FB3-6ED5-94DF9598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2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01F30-B030-3FB9-2BE1-A22919B82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95D36-FB3E-5C30-5FBD-FE1D5C418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4FE27-B8B1-04BC-2B4E-964A0C02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52C31-9FD0-C68D-F0DB-3522CBA7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293DE-D052-6D0B-71E1-14531D1B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46778-E6D6-1430-E2D1-1D754B6F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C0CF2-4E77-1E87-25B0-C662BDEA1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5A3B-755B-ABF0-B4FD-01A475368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7895B-D061-9B43-BCC3-66DEF2EE7753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BB367-E7D7-CB56-6991-5A2F7E5C4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1076A-904C-B957-4E0D-F9699C49B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3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3CE356-036F-9679-B3E7-85ECA7EE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008" y="3163226"/>
            <a:ext cx="3886200" cy="3240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F18F0-B2A7-F7F5-CFA8-5884AE056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64" y="3163226"/>
            <a:ext cx="3886200" cy="3240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D1750-6218-BA6A-CD07-5105D80B8A49}"/>
              </a:ext>
            </a:extLst>
          </p:cNvPr>
          <p:cNvSpPr txBox="1"/>
          <p:nvPr/>
        </p:nvSpPr>
        <p:spPr>
          <a:xfrm>
            <a:off x="287079" y="170121"/>
            <a:ext cx="88977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stratified layers do not match response from Bruggeman mixed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FA024F-6FA7-49B0-0580-07B4509DDBD1}"/>
              </a:ext>
            </a:extLst>
          </p:cNvPr>
          <p:cNvSpPr/>
          <p:nvPr/>
        </p:nvSpPr>
        <p:spPr>
          <a:xfrm>
            <a:off x="8732869" y="1293629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F8952F-7C7C-1895-2879-023D4256DA6C}"/>
              </a:ext>
            </a:extLst>
          </p:cNvPr>
          <p:cNvSpPr/>
          <p:nvPr/>
        </p:nvSpPr>
        <p:spPr>
          <a:xfrm>
            <a:off x="8133904" y="1295755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55D639-A004-B351-74C5-504C9EE4EADF}"/>
              </a:ext>
            </a:extLst>
          </p:cNvPr>
          <p:cNvSpPr/>
          <p:nvPr/>
        </p:nvSpPr>
        <p:spPr>
          <a:xfrm>
            <a:off x="7575696" y="1293630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1C806-B771-BF14-C561-194A90055363}"/>
              </a:ext>
            </a:extLst>
          </p:cNvPr>
          <p:cNvSpPr/>
          <p:nvPr/>
        </p:nvSpPr>
        <p:spPr>
          <a:xfrm>
            <a:off x="9101462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E3C44-2055-A9D2-B588-4D1D7C4C0BEC}"/>
              </a:ext>
            </a:extLst>
          </p:cNvPr>
          <p:cNvSpPr/>
          <p:nvPr/>
        </p:nvSpPr>
        <p:spPr>
          <a:xfrm>
            <a:off x="8506043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1374EB-7CC2-DBEC-075D-8803245A7F8D}"/>
              </a:ext>
            </a:extLst>
          </p:cNvPr>
          <p:cNvSpPr/>
          <p:nvPr/>
        </p:nvSpPr>
        <p:spPr>
          <a:xfrm>
            <a:off x="7947835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3149B-F989-5602-577A-0049A3BFD368}"/>
              </a:ext>
            </a:extLst>
          </p:cNvPr>
          <p:cNvSpPr txBox="1"/>
          <p:nvPr/>
        </p:nvSpPr>
        <p:spPr>
          <a:xfrm>
            <a:off x="6980277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63B8B-7CC0-B43B-EDA3-D096218F0D83}"/>
              </a:ext>
            </a:extLst>
          </p:cNvPr>
          <p:cNvSpPr txBox="1"/>
          <p:nvPr/>
        </p:nvSpPr>
        <p:spPr>
          <a:xfrm>
            <a:off x="9440366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749F8BC-1911-D252-7A43-C3A9ED470DCE}"/>
              </a:ext>
            </a:extLst>
          </p:cNvPr>
          <p:cNvSpPr/>
          <p:nvPr/>
        </p:nvSpPr>
        <p:spPr>
          <a:xfrm rot="16200000">
            <a:off x="7691326" y="2489348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7DD3F4C-06B6-8C7F-88AE-47FC212EC09B}"/>
              </a:ext>
            </a:extLst>
          </p:cNvPr>
          <p:cNvSpPr/>
          <p:nvPr/>
        </p:nvSpPr>
        <p:spPr>
          <a:xfrm rot="16200000">
            <a:off x="7970430" y="2582382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74121-7D51-B880-C4DF-3A0117046059}"/>
              </a:ext>
            </a:extLst>
          </p:cNvPr>
          <p:cNvSpPr txBox="1"/>
          <p:nvPr/>
        </p:nvSpPr>
        <p:spPr>
          <a:xfrm>
            <a:off x="7602523" y="27458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10E81C-0E93-1B2A-10C6-3B01CDA6988C}"/>
              </a:ext>
            </a:extLst>
          </p:cNvPr>
          <p:cNvSpPr txBox="1"/>
          <p:nvPr/>
        </p:nvSpPr>
        <p:spPr>
          <a:xfrm>
            <a:off x="7886821" y="27458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1D03AE-C7AA-D686-43A9-807D2C24BF3E}"/>
              </a:ext>
            </a:extLst>
          </p:cNvPr>
          <p:cNvSpPr txBox="1"/>
          <p:nvPr/>
        </p:nvSpPr>
        <p:spPr>
          <a:xfrm>
            <a:off x="2248088" y="901229"/>
            <a:ext cx="3092770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concentration f = 0.75</a:t>
            </a:r>
          </a:p>
          <a:p>
            <a:pPr>
              <a:lnSpc>
                <a:spcPct val="150000"/>
              </a:lnSpc>
            </a:pPr>
            <a:r>
              <a:rPr lang="en-US" dirty="0"/>
              <a:t>material A = sapphire</a:t>
            </a:r>
          </a:p>
          <a:p>
            <a:pPr>
              <a:lnSpc>
                <a:spcPct val="150000"/>
              </a:lnSpc>
            </a:pPr>
            <a:r>
              <a:rPr lang="en-US" dirty="0"/>
              <a:t>material B = graphite</a:t>
            </a:r>
          </a:p>
          <a:p>
            <a:pPr>
              <a:lnSpc>
                <a:spcPct val="150000"/>
              </a:lnSpc>
            </a:pPr>
            <a:r>
              <a:rPr lang="en-US" dirty="0"/>
              <a:t>total layer thickness = 100nm</a:t>
            </a:r>
          </a:p>
        </p:txBody>
      </p:sp>
    </p:spTree>
    <p:extLst>
      <p:ext uri="{BB962C8B-B14F-4D97-AF65-F5344CB8AC3E}">
        <p14:creationId xmlns:p14="http://schemas.microsoft.com/office/powerpoint/2010/main" val="100398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7175AF-9119-76E7-C169-BA6394E88DC7}"/>
              </a:ext>
            </a:extLst>
          </p:cNvPr>
          <p:cNvSpPr txBox="1"/>
          <p:nvPr/>
        </p:nvSpPr>
        <p:spPr>
          <a:xfrm>
            <a:off x="489098" y="255181"/>
            <a:ext cx="54858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lamellar/</a:t>
            </a:r>
            <a:r>
              <a:rPr lang="en-US" sz="2200" b="1" dirty="0" err="1"/>
              <a:t>Rytov</a:t>
            </a:r>
            <a:r>
              <a:rPr lang="en-US" sz="2200" b="1" dirty="0"/>
              <a:t> effective medium theory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30F370-4D12-92EB-FE88-EF70B3CF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169" y="1680497"/>
            <a:ext cx="2364416" cy="12610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565928-EB8C-2826-714D-77ADA1E84CD0}"/>
              </a:ext>
            </a:extLst>
          </p:cNvPr>
          <p:cNvSpPr/>
          <p:nvPr/>
        </p:nvSpPr>
        <p:spPr>
          <a:xfrm>
            <a:off x="8732869" y="1293629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79939-9734-E9AB-CA6A-FDE9EDF5AD17}"/>
              </a:ext>
            </a:extLst>
          </p:cNvPr>
          <p:cNvSpPr/>
          <p:nvPr/>
        </p:nvSpPr>
        <p:spPr>
          <a:xfrm>
            <a:off x="8133904" y="1295755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A8E1C5-3373-FCB5-4723-B08C65BC3285}"/>
              </a:ext>
            </a:extLst>
          </p:cNvPr>
          <p:cNvSpPr/>
          <p:nvPr/>
        </p:nvSpPr>
        <p:spPr>
          <a:xfrm>
            <a:off x="7575696" y="1293630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0A3C7-5B7D-15A0-78DD-81E629C7239D}"/>
              </a:ext>
            </a:extLst>
          </p:cNvPr>
          <p:cNvSpPr/>
          <p:nvPr/>
        </p:nvSpPr>
        <p:spPr>
          <a:xfrm>
            <a:off x="9101462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1E4EC-B46A-2926-1FFF-8F3956BB0556}"/>
              </a:ext>
            </a:extLst>
          </p:cNvPr>
          <p:cNvSpPr/>
          <p:nvPr/>
        </p:nvSpPr>
        <p:spPr>
          <a:xfrm>
            <a:off x="8506043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1A92D-2068-D108-10B3-FA587DAF8C6C}"/>
              </a:ext>
            </a:extLst>
          </p:cNvPr>
          <p:cNvSpPr/>
          <p:nvPr/>
        </p:nvSpPr>
        <p:spPr>
          <a:xfrm>
            <a:off x="7947835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1B5CB-09DC-C6E4-DB94-FA26BBE1CA8F}"/>
              </a:ext>
            </a:extLst>
          </p:cNvPr>
          <p:cNvSpPr txBox="1"/>
          <p:nvPr/>
        </p:nvSpPr>
        <p:spPr>
          <a:xfrm>
            <a:off x="6980277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AAF0B-901F-CB46-6FDA-6784A47DAEBA}"/>
              </a:ext>
            </a:extLst>
          </p:cNvPr>
          <p:cNvSpPr txBox="1"/>
          <p:nvPr/>
        </p:nvSpPr>
        <p:spPr>
          <a:xfrm>
            <a:off x="9440366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430D1D0C-C874-DC25-04D4-B34207F9389B}"/>
              </a:ext>
            </a:extLst>
          </p:cNvPr>
          <p:cNvSpPr/>
          <p:nvPr/>
        </p:nvSpPr>
        <p:spPr>
          <a:xfrm rot="16200000">
            <a:off x="7691326" y="2489348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D399491E-2851-3D38-8AB0-5B8C76FFD827}"/>
              </a:ext>
            </a:extLst>
          </p:cNvPr>
          <p:cNvSpPr/>
          <p:nvPr/>
        </p:nvSpPr>
        <p:spPr>
          <a:xfrm rot="16200000">
            <a:off x="7970430" y="2582382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1CF1D-E400-DAEE-27A0-D35BCAEADB57}"/>
              </a:ext>
            </a:extLst>
          </p:cNvPr>
          <p:cNvSpPr txBox="1"/>
          <p:nvPr/>
        </p:nvSpPr>
        <p:spPr>
          <a:xfrm>
            <a:off x="7602523" y="27458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D75F0-0110-F6A8-2B1F-E7A06E3F9CFE}"/>
              </a:ext>
            </a:extLst>
          </p:cNvPr>
          <p:cNvSpPr txBox="1"/>
          <p:nvPr/>
        </p:nvSpPr>
        <p:spPr>
          <a:xfrm>
            <a:off x="7886821" y="27458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00C85-F8A2-23E0-4980-9EC2CBB3C22B}"/>
              </a:ext>
            </a:extLst>
          </p:cNvPr>
          <p:cNvSpPr txBox="1"/>
          <p:nvPr/>
        </p:nvSpPr>
        <p:spPr>
          <a:xfrm>
            <a:off x="4338091" y="1176669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a + b &lt;&lt; </a:t>
            </a:r>
            <a:r>
              <a:rPr lang="en-US" dirty="0" err="1"/>
              <a:t>λ</a:t>
            </a:r>
            <a:r>
              <a:rPr lang="en-US" dirty="0"/>
              <a:t>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88C3B4-1485-92E6-4339-3513A7F1B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971" y="3391574"/>
            <a:ext cx="3850953" cy="32112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36DD67-D02E-5B00-DE8C-8E12710E9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511" y="3384347"/>
            <a:ext cx="3939749" cy="32852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7E020D1-885F-B614-A8AF-28335F1A7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98" y="3391575"/>
            <a:ext cx="3850954" cy="321124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B0DC11-A0CC-37D3-0334-8268107022EF}"/>
              </a:ext>
            </a:extLst>
          </p:cNvPr>
          <p:cNvCxnSpPr/>
          <p:nvPr/>
        </p:nvCxnSpPr>
        <p:spPr>
          <a:xfrm>
            <a:off x="7378995" y="574158"/>
            <a:ext cx="0" cy="719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688C04-C90D-922C-8E09-0D4FE054D760}"/>
              </a:ext>
            </a:extLst>
          </p:cNvPr>
          <p:cNvSpPr txBox="1"/>
          <p:nvPr/>
        </p:nvSpPr>
        <p:spPr>
          <a:xfrm>
            <a:off x="6980277" y="686945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||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B7D42B-4BA4-550D-088A-1BC209E2C7DD}"/>
              </a:ext>
            </a:extLst>
          </p:cNvPr>
          <p:cNvSpPr txBox="1"/>
          <p:nvPr/>
        </p:nvSpPr>
        <p:spPr>
          <a:xfrm>
            <a:off x="8057704" y="6845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⟂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A78DD5-04D5-DBF3-1F09-44374366182D}"/>
              </a:ext>
            </a:extLst>
          </p:cNvPr>
          <p:cNvCxnSpPr>
            <a:cxnSpLocks/>
          </p:cNvCxnSpPr>
          <p:nvPr/>
        </p:nvCxnSpPr>
        <p:spPr>
          <a:xfrm>
            <a:off x="7882385" y="1176669"/>
            <a:ext cx="788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23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CA20EA-61C6-A441-7CF8-C24C1B3A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6" y="722442"/>
            <a:ext cx="3636207" cy="30361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7D0C60-D7D2-3FAE-F105-EE6B7B1F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161" y="722441"/>
            <a:ext cx="3636207" cy="30361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117D24-C2BC-6CC1-B6C8-F5B5D0604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57" y="3785919"/>
            <a:ext cx="3636208" cy="3036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5281A1-C0FF-90B0-81DB-B7B1BCC09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161" y="3785918"/>
            <a:ext cx="3636208" cy="3036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BE65A2-1273-1E63-D347-170EF7521542}"/>
              </a:ext>
            </a:extLst>
          </p:cNvPr>
          <p:cNvSpPr txBox="1"/>
          <p:nvPr/>
        </p:nvSpPr>
        <p:spPr>
          <a:xfrm>
            <a:off x="329610" y="148855"/>
            <a:ext cx="2481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oblique incidence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19E69-49AC-0B81-663C-E4AC03034703}"/>
              </a:ext>
            </a:extLst>
          </p:cNvPr>
          <p:cNvSpPr txBox="1"/>
          <p:nvPr/>
        </p:nvSpPr>
        <p:spPr>
          <a:xfrm>
            <a:off x="9154633" y="1063256"/>
            <a:ext cx="274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current TMM software does not support anisotropic layers (different dielectric for different field components)</a:t>
            </a:r>
          </a:p>
        </p:txBody>
      </p:sp>
    </p:spTree>
    <p:extLst>
      <p:ext uri="{BB962C8B-B14F-4D97-AF65-F5344CB8AC3E}">
        <p14:creationId xmlns:p14="http://schemas.microsoft.com/office/powerpoint/2010/main" val="403046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2DA37-6849-C87B-B251-8A947C04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07" y="345104"/>
            <a:ext cx="3712929" cy="3083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6BF44A-3CEA-C59C-E275-4E088C2C7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248" y="3534891"/>
            <a:ext cx="3798448" cy="31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2AF420-EAD0-A12E-0660-BFF410A18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71" y="3534891"/>
            <a:ext cx="3886200" cy="3167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FB07BB-F1F7-B798-5003-12F0C154E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248" y="367429"/>
            <a:ext cx="3798448" cy="31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82</Words>
  <Application>Microsoft Macintosh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7</cp:revision>
  <dcterms:created xsi:type="dcterms:W3CDTF">2026-01-16T18:26:29Z</dcterms:created>
  <dcterms:modified xsi:type="dcterms:W3CDTF">2026-01-16T19:47:32Z</dcterms:modified>
</cp:coreProperties>
</file>