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2F1D-B24A-4D85-9691-3D3D4347D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38683-DE8B-4F28-B15F-33F39DB08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536E9-5CD8-4A8F-A48C-D877CD4D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103CA-EE30-4947-9E5A-53D09D67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2F90E-2942-416E-935D-2293EE50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827B-FF60-4601-ACDC-0F97A070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2BEB2-0B9F-40E2-91BE-15F16D797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6AED-8925-4969-84D1-D0BE2A14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FA4B0-6C42-4BD1-8660-06EF178B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E19A-E805-4F4B-BF67-6C9C9AAC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1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B24E-5124-4191-A5C6-88E8C5CD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EB792-47F0-48A2-A449-37175CC54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D827B-2617-445F-BF7C-09BA28BD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82B62-EF4D-4E7C-823C-FDC9AF2E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34AC-ED49-4E3A-8E7A-DA838AA4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6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0764-E0B4-4B88-85A0-A4D6CFC8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2132-8F74-489E-B0B2-0DD160078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1E7C-A31B-45C2-9571-18A3F2ED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5EA3C-8884-41DC-A8AE-59405DA3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C0E34-3072-42C9-B099-65006DF0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E501-FE1A-4E2B-9AAB-F800341E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5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65C2-BA31-402C-842C-64FD919E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3E283-9EF4-49B9-AF2C-8BDA2A7A5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55BD7-556C-4848-9E95-35774487E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88EFD-ADE1-42BF-9426-A623B2D31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6F2A40-B5BB-4706-B7D6-A1AC36728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5FED1-7E7D-4107-993C-4E77AD92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E32AB-985B-482D-AD59-F1F61034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DE384-EF7E-49FF-A2A6-71BD205C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8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578D-D3F5-4184-8A77-1A367D67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4CA212-38E2-4810-B05D-53133BD85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08B43-71B8-4102-B8F1-D77A9A68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7A7C4-5A01-4873-AEB6-45875077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FB6D3-15D6-40D8-9F71-B214D7D3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848A5-B950-4625-B56E-AC73F4FC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494E-42C7-4249-86C6-84BA8464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7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18A9-0F91-4FDB-86AD-A8F71EC7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B517-DCE3-4AEF-9850-6B5E1B968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A3A72-AE3E-47CF-8765-7DA5DA3B5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C1B98-41B5-4A96-8490-031D9602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65E47-0F83-443B-A088-2B2054EE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18C05-D826-4547-9655-6E7B7678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8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BA69-CF75-4C42-80F7-F6B7D4778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422D6-6459-411F-8609-BBE45989F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69C59-0940-47A5-9520-E29DCC877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034DC-6455-42F7-A564-6808965A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98942-A801-479F-948E-6F221C621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58FDB-A275-4CF1-82C9-776B90BC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1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1DCF-C3CD-4F0F-A8BA-8621F2C7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7F84C-012C-49A7-9EA5-AA4A6FC93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8F9B-E323-4C16-94F6-6BD95FFA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3012B-E49C-4C55-8410-E0EB0894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1EED-9950-4ED1-A036-C0CA78F3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4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FFC0D8-A94D-45C3-81A0-3D103ABE8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32693-7780-4D77-8660-9FDDE34C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E1D79-EB83-4F6A-B51D-C49CED4A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7C502-7FB0-423A-9A1E-7FDD3225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4C581-B734-41C8-9B19-4E056BE6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2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6D7634-B0DD-4A08-A96E-79570A14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0E211-1FA4-4601-A88E-414A5EF55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21304-2829-4255-A39D-CF4EB5B26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7EFED-0FA0-4149-89B5-B909112E0462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67D5-B032-4540-B1DC-6A5F522D8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6423A-BBAA-4E0D-B1FC-75B2954ED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063AF-C348-4B05-9714-48C97AE3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5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DAF26-76BE-4420-8712-137231A39E56}"/>
              </a:ext>
            </a:extLst>
          </p:cNvPr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D6D80-53D4-4177-900D-EF2F1CF69687}"/>
                </a:ext>
              </a:extLst>
            </p:cNvPr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3C7B8B-EEAC-4E16-96F6-607E93100C00}"/>
                </a:ext>
              </a:extLst>
            </p:cNvPr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A76B7C-1499-4413-ABA6-411A810D771F}"/>
                </a:ext>
              </a:extLst>
            </p:cNvPr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8D1184-9798-4617-8F6E-370C8BCAA29E}"/>
                </a:ext>
              </a:extLst>
            </p:cNvPr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2FF460-8E4B-48DC-9E88-52662773B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84" y="1342787"/>
            <a:ext cx="1290978" cy="7628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94AE4-7AB2-4109-A604-131E07F9B1EB}"/>
              </a:ext>
            </a:extLst>
          </p:cNvPr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54F8C-F055-4EA7-8807-AFFF24CB9ACA}"/>
              </a:ext>
            </a:extLst>
          </p:cNvPr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F9F86C8A-88A0-401A-87DC-DB9DAA7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63" y="1359003"/>
            <a:ext cx="1290978" cy="762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F2F71A-1508-45C6-BD17-1E60510B0137}"/>
              </a:ext>
            </a:extLst>
          </p:cNvPr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43841-C76F-4EFC-9A5E-E78FBA95E4AC}"/>
              </a:ext>
            </a:extLst>
          </p:cNvPr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662243-89FB-4C6E-A78B-72A7DEA6A9FA}"/>
              </a:ext>
            </a:extLst>
          </p:cNvPr>
          <p:cNvCxnSpPr>
            <a:cxnSpLocks/>
          </p:cNvCxnSpPr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/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CB2CA75-4256-4214-BAE3-B187B1215FA9}"/>
              </a:ext>
            </a:extLst>
          </p:cNvPr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/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/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/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/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171E14B-6A5D-4C67-BE5A-71E0F30D172A}"/>
              </a:ext>
            </a:extLst>
          </p:cNvPr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55963-6226-4567-BD83-9D2BE7B93C90}"/>
              </a:ext>
            </a:extLst>
          </p:cNvPr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8170F-4BB9-4646-B6B9-BBC540BA767C}"/>
              </a:ext>
            </a:extLst>
          </p:cNvPr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386A0-4CA6-4C4B-8B1B-0A1B79372EE6}"/>
              </a:ext>
            </a:extLst>
          </p:cNvPr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8C7CE91-E6BD-42A8-83B2-F4CB6D7C0C71}"/>
              </a:ext>
            </a:extLst>
          </p:cNvPr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DD01A-BB5E-45F7-AD34-A4D8C2834981}"/>
              </a:ext>
            </a:extLst>
          </p:cNvPr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Stack</a:t>
            </a:r>
          </a:p>
        </p:txBody>
      </p:sp>
    </p:spTree>
    <p:extLst>
      <p:ext uri="{BB962C8B-B14F-4D97-AF65-F5344CB8AC3E}">
        <p14:creationId xmlns:p14="http://schemas.microsoft.com/office/powerpoint/2010/main" val="313338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609CAD-D846-4500-A220-94197057A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2565" y="3930244"/>
            <a:ext cx="3748079" cy="2820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34C95-102D-4AFE-BCBB-9B4D3A907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605" y="1017573"/>
            <a:ext cx="3698272" cy="282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019689-B9B4-435E-93B7-F2CFC524B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608" y="1017573"/>
            <a:ext cx="3698270" cy="2820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4D0D91-6535-4EDF-8376-843D876068A0}"/>
              </a:ext>
            </a:extLst>
          </p:cNvPr>
          <p:cNvSpPr txBox="1"/>
          <p:nvPr/>
        </p:nvSpPr>
        <p:spPr>
          <a:xfrm>
            <a:off x="4068635" y="4339605"/>
            <a:ext cx="1990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 = 0.1</a:t>
            </a:r>
          </a:p>
          <a:p>
            <a:pPr algn="ctr"/>
            <a:r>
              <a:rPr lang="en-US" dirty="0"/>
              <a:t>gamma = 0.01</a:t>
            </a:r>
          </a:p>
          <a:p>
            <a:pPr algn="ctr"/>
            <a:r>
              <a:rPr lang="en-US" dirty="0"/>
              <a:t>FOM_KK is: 281.4</a:t>
            </a:r>
          </a:p>
          <a:p>
            <a:pPr algn="ctr"/>
            <a:r>
              <a:rPr lang="en-US" dirty="0" err="1"/>
              <a:t>FOM_bulk</a:t>
            </a:r>
            <a:r>
              <a:rPr lang="en-US" dirty="0"/>
              <a:t> is: 279.1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99BCA2-7312-44CD-9CF8-51ABD98AB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09" y="258923"/>
            <a:ext cx="3698272" cy="298563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001167-B625-470C-A1BF-5663D98D7E4C}"/>
              </a:ext>
            </a:extLst>
          </p:cNvPr>
          <p:cNvCxnSpPr>
            <a:cxnSpLocks/>
          </p:cNvCxnSpPr>
          <p:nvPr/>
        </p:nvCxnSpPr>
        <p:spPr>
          <a:xfrm flipH="1" flipV="1">
            <a:off x="1088571" y="2710543"/>
            <a:ext cx="195945" cy="8708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E192521-AA28-4252-BD6C-ECF04FEBC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234" y="3613445"/>
            <a:ext cx="3698272" cy="298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6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E081-1CCB-46DD-A0D2-CBE0899D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BDDD95-244D-4F15-8D3B-2043920A3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7445" y="587739"/>
            <a:ext cx="3761308" cy="3031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82FC6-267A-42B9-921C-A08EF8E0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168" y="587739"/>
            <a:ext cx="3761309" cy="3031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BDC359-8034-435A-A6A6-A15AB0BFD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168" y="3747934"/>
            <a:ext cx="3761307" cy="29842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2D3A50-311A-4163-B97D-968953466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445" y="3747934"/>
            <a:ext cx="3761308" cy="298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7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45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8</cp:revision>
  <dcterms:created xsi:type="dcterms:W3CDTF">2024-11-22T09:04:09Z</dcterms:created>
  <dcterms:modified xsi:type="dcterms:W3CDTF">2024-11-22T21:32:59Z</dcterms:modified>
</cp:coreProperties>
</file>