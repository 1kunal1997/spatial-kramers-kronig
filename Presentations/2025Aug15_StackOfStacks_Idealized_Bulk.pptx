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6562E-3DE9-4C2A-B3A8-B78EBAF208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6D64A1-D04D-4A5C-BC63-695F353699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CB436-C68A-4240-9F89-3E01A7173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F21EC-4C68-442D-B919-74BD92ED02A0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DB254-647A-4E30-A59E-D5B62397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0AA497-4155-488F-942A-0A6FBDB33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13BE1-1119-4E36-88C5-7D54FF9B8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530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6CA7-2D81-4FBB-B9A7-A29712E6D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14BF1-7DC9-4F73-8EBF-6D987091F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3E582-04BD-425C-92F7-FA6655832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F21EC-4C68-442D-B919-74BD92ED02A0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19225-397B-4675-B4EC-8AA33AF6A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5C573-D1CB-4AFC-B30E-F9160DBCB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13BE1-1119-4E36-88C5-7D54FF9B8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941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DD655-8675-48F7-B700-BFA215D6C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A99A07-9277-42D9-AC92-79B2F9A42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75A90-6C50-4E77-BB6E-74B0A52E7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F21EC-4C68-442D-B919-74BD92ED02A0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C9D0DC-F059-4A30-AB5D-7FF0201A3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92F18-9AFE-4578-B794-2CCF03F96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13BE1-1119-4E36-88C5-7D54FF9B8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462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05F0B-AE25-4BB1-8AAA-C0B3D96A6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F95A8-070C-4564-8466-283445FDCC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8FBBCA-80D3-4B12-9383-AF6B527559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32C4C0-D2FA-4791-B20D-7C09EC8FC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F21EC-4C68-442D-B919-74BD92ED02A0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3BE714-D053-4011-A042-34FA29E3F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AD024-8A04-49E5-B4DB-5131DC865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13BE1-1119-4E36-88C5-7D54FF9B8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9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C035F-0092-4F02-A2AC-9F4ECF2F1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CBF00-09E4-4C2D-8F33-85783C9B37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99A224-3651-4573-BD89-39C5A71C5C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210105-45D8-4D91-97C8-493975C54A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8B4440-819E-4F12-B20F-1F7155D66A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7A581E-0D7B-41C7-9CDD-B0FA9E73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F21EC-4C68-442D-B919-74BD92ED02A0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D661AC-D25B-4D4D-8928-7302244AB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B92D7F-0341-4714-8229-F7C8161F6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13BE1-1119-4E36-88C5-7D54FF9B8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720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87BAC-8D76-4F8E-85AD-32F4F0A6E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B7C842-921B-41D0-BA9C-566C999B6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F21EC-4C68-442D-B919-74BD92ED02A0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E6063A-6A1D-4CAB-B21F-B856BFC4B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8FAD49-B774-4C28-8143-7FFA4D1B2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13BE1-1119-4E36-88C5-7D54FF9B8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348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69F02D-0B9B-4F73-9433-7466A0FBA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F21EC-4C68-442D-B919-74BD92ED02A0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98EF42-18B9-44EA-A39A-E1FF0C900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345C79-05B8-4BC3-8F29-E391C6146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13BE1-1119-4E36-88C5-7D54FF9B8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888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E06B1-AC3B-46F1-A2CC-A40B04CDE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D1B87-A206-469C-A823-47F92B30D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E716A5-3F46-49F3-AFFA-9A6FBDBFB6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016AB9-2EC3-47AD-84D8-9E9526631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F21EC-4C68-442D-B919-74BD92ED02A0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0B9D8B-E0D0-41C3-9602-73119DB56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999459-B592-40C0-B363-730B0FD9A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13BE1-1119-4E36-88C5-7D54FF9B8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35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D052B-B628-45B5-A935-F4E8A45E4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EC0D4A-687B-4BC7-96B8-EADA0DD0F5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704A90-2B7F-4B57-8E63-23C55F1DE8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E0392D-7146-450D-9B3B-06CD5CB2A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F21EC-4C68-442D-B919-74BD92ED02A0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9D82D0-8D35-43E8-9880-1EB5338C3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E9905A-DA69-4356-AB93-17CE540C5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13BE1-1119-4E36-88C5-7D54FF9B8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024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2D2B9-73BA-44BC-8F9A-AB46029C4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ED5BB1-94CC-4DF7-AFFD-37980C61A0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77120-33D7-4BFD-9BFC-11845BDE8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F21EC-4C68-442D-B919-74BD92ED02A0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B46AF-28D9-4CD8-8E79-A606D7228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8431FD-557B-4CF4-BE7B-C8B8F5E99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13BE1-1119-4E36-88C5-7D54FF9B8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15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FA9BB5-5AE8-4F39-BCD5-EA91337E9C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2ADECF-FF8C-4384-8C9B-4DBF53142B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A0A0B-4A78-482A-9121-4E70FDCC7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F21EC-4C68-442D-B919-74BD92ED02A0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6F338-6380-4B81-AE46-104D3FAF2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017F2-9913-40BF-B175-3251C90CC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13BE1-1119-4E36-88C5-7D54FF9B8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089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D34EDB-E137-464E-9E08-5AD72B1E2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6F5AB3-F81B-42FE-956C-39474DA60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2107B-0504-4B35-9DFE-0BF10A3E46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1F21EC-4C68-442D-B919-74BD92ED02A0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A008AB-3CC6-4210-81C1-BEAF0878F4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107EC-83BF-4859-8072-42C7967677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713BE1-1119-4E36-88C5-7D54FF9B8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014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0787D2F-956A-4CC6-A7E0-290E84153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8821" y="3115789"/>
            <a:ext cx="4874717" cy="363669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2F56881-5CFA-47C6-B042-0A6885C2C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8795" y="1147271"/>
            <a:ext cx="4401787" cy="180809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D82C6EC-F8DC-47B6-A74B-52FA2B96D870}"/>
                  </a:ext>
                </a:extLst>
              </p:cNvPr>
              <p:cNvSpPr txBox="1"/>
              <p:nvPr/>
            </p:nvSpPr>
            <p:spPr>
              <a:xfrm>
                <a:off x="7196526" y="260092"/>
                <a:ext cx="3426323" cy="6258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𝐹𝑂𝑀𝑒</m:t>
                          </m:r>
                          <m:r>
                            <a:rPr lang="en-US" b="0" i="1" baseline="-25000" smtClean="0">
                              <a:latin typeface="Cambria Math" panose="02040503050406030204" pitchFamily="18" charset="0"/>
                            </a:rPr>
                            <m:t>𝑛h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𝑑𝑁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b="0" i="1" baseline="-25000" smtClean="0">
                                  <a:latin typeface="Cambria Math" panose="02040503050406030204" pitchFamily="18" charset="0"/>
                                </a:rPr>
                                <m:t>𝐾𝐾</m:t>
                              </m:r>
                              <m:r>
                                <a:rPr lang="en-US" b="0" i="1" baseline="3000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b="0" i="1" baseline="-25000" smtClean="0">
                                  <a:latin typeface="Cambria Math" panose="02040503050406030204" pitchFamily="18" charset="0"/>
                                </a:rPr>
                                <m:t>𝑏𝑢𝑙𝑘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b="0" i="1" baseline="-25000" smtClean="0">
                                  <a:latin typeface="Cambria Math" panose="02040503050406030204" pitchFamily="18" charset="0"/>
                                </a:rPr>
                                <m:t>𝑏𝑢𝑙𝑘</m:t>
                              </m:r>
                              <m:r>
                                <a:rPr lang="en-US" b="0" i="1" baseline="3000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b="0" i="1" baseline="-25000" smtClean="0">
                                  <a:latin typeface="Cambria Math" panose="02040503050406030204" pitchFamily="18" charset="0"/>
                                </a:rPr>
                                <m:t>𝐾𝐾</m:t>
                              </m:r>
                            </m:den>
                          </m:f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D82C6EC-F8DC-47B6-A74B-52FA2B96D8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6526" y="260092"/>
                <a:ext cx="3426323" cy="6258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D762E36D-657A-49D2-9A0C-132120CEEC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1981" y="2637333"/>
            <a:ext cx="4214525" cy="36367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B046D37-C9AE-42DA-AFB6-CCD399F5E3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1981" y="391714"/>
            <a:ext cx="4214525" cy="1626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109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861AD462-0AA2-40E5-BC27-ACA8065E6796}"/>
              </a:ext>
            </a:extLst>
          </p:cNvPr>
          <p:cNvGrpSpPr>
            <a:grpSpLocks noChangeAspect="1"/>
          </p:cNvGrpSpPr>
          <p:nvPr/>
        </p:nvGrpSpPr>
        <p:grpSpPr>
          <a:xfrm>
            <a:off x="6365277" y="1303314"/>
            <a:ext cx="4559568" cy="3645725"/>
            <a:chOff x="1807482" y="0"/>
            <a:chExt cx="8577036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E7D06FD-9B64-44D8-99A8-FED4297916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07482" y="0"/>
              <a:ext cx="8577036" cy="68580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3AD9457-ECCD-4345-9E30-F19DE1BBD11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1221" b="20182"/>
            <a:stretch/>
          </p:blipFill>
          <p:spPr>
            <a:xfrm>
              <a:off x="3288891" y="665019"/>
              <a:ext cx="3095828" cy="795647"/>
            </a:xfrm>
            <a:prstGeom prst="rect">
              <a:avLst/>
            </a:prstGeom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09A18B1F-7036-4313-987F-6F978ED654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328" y="285006"/>
            <a:ext cx="4820760" cy="5682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936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5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Kunal Lakhanpal</dc:creator>
  <cp:lastModifiedBy>Kunal Lakhanpal</cp:lastModifiedBy>
  <cp:revision>6</cp:revision>
  <dcterms:created xsi:type="dcterms:W3CDTF">2025-08-15T18:39:19Z</dcterms:created>
  <dcterms:modified xsi:type="dcterms:W3CDTF">2025-08-15T19:02:15Z</dcterms:modified>
</cp:coreProperties>
</file>