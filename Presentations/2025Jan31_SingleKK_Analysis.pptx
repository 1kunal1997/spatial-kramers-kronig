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D5E0-DC7A-4212-A805-2D4E3CF7D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59368-9321-4C97-AFAD-D820EA09C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CE01F-36A0-4C43-B8E0-715003B2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9FA32-5D2C-41AE-A8DC-26E96C30D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CFB95-2D97-4318-8285-2BD23E2C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3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C6461-3FF1-4CDE-AAD8-306FF5ABA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BCA-73D6-4634-815E-5E9ABC365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4E0C1-810E-4D89-AF5B-B37A6306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01D62-BDC8-4CEB-AE87-947E383B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584B-DB1F-4411-B798-B5D9FAB9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7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77F4-54E4-415F-BA68-D9FCD7FB8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FD276-8AAA-459D-BB19-CF9355429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713BF-3AAC-4629-955C-A82A54FE0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6C6F7-E774-458C-B505-A972FBD3B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10B9-4740-4034-B2C4-4ABA6F58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4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5906-7E65-4333-8417-1CF2694E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35059-874A-4F0F-AC34-82DC7C10D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874E7-CBC0-4739-9B5F-93EC6A761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00452-1675-45F1-B625-FECB43AD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10873-50C5-4F95-88FD-BABC487B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0615D-08BE-42DF-A829-5738B711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8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EFEF-27B2-4B17-AA08-38173946B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00BD5-7720-4CCF-A090-D7CD1590C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5D6D5-32F6-4808-9B7B-23CDA66F1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0A0984-1FB2-468A-97CA-80ABD2DAF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D56BF4-1210-4931-A5C2-D38B1FF0E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B51204-D059-435F-A4FE-9CCE7563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D079B1-70B9-42B7-B265-3E605FECD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79E28-FCCA-4569-8B20-CB6D0E806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0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BDF1-7463-4DF4-B4B0-4B86F61F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D158C-77AC-4D40-827A-2A7C1F29C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82EA7-D532-4D34-BB4C-3052AF810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E0E41-6AA4-4C50-A45F-0F51D8DC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43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F2B18-8AD5-4AD3-95A1-811C8C352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AF991-13A7-445B-A184-D5FBDEF0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14EBB-1CA9-4906-82AC-A032921E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0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98447-E1A9-42E8-914C-97AEBE958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AA628-ADEF-4028-A797-47B6EB5E0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24B16-CE4E-440F-85F7-9755645E3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94312-350C-4AB2-8B7B-16EF1DD7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75E40-8DA3-4A18-BFD7-4ED87C54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2D316-2310-45BA-8294-341B6172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6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8D6F-9158-468E-9750-091F36FA0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1AA4B6-390C-4A53-9E3C-5862BBEE9F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BF450-A8B4-465A-A4A8-03BB64B22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6D51D-ECFE-4236-AA9F-344027B4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51B90-5CDC-4254-9F5F-92FFC03D6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CF905-60A6-4E5B-B2BA-FAD26296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6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4173-2AC4-4EB2-AE08-EAD50238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8BC26-DD92-481B-9A74-E7B72133D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C2944-7898-47A5-B96A-AB495BB44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AAED3-955E-40DA-8531-A610F5B1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5335D-03D2-4220-A063-EBCEA952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08AADA-A7AE-4809-8DDB-F3DF7719B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D4DD7-42AD-405D-8D16-8F3373D35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BF8EB-1A22-45C0-8B64-4A1F82A5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7A226-0043-492C-A013-6EBD0973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FBF33-3E9B-47C2-85A3-DCA104160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8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969720-CD35-4A44-8608-5B5C42E1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E0419-CD90-4AC1-9495-F62A42408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B20E5-9423-4AC8-AD8B-39C780320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F5DAB-7BD6-49DC-9028-256F86EDA287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761C6-C5E1-490E-85FE-4FEB797B9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353F9-14B2-49C9-A50B-1FF9B6D91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A49C-35E8-4A3E-BFC1-5E5D8FB2F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4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9663A0-2001-42D2-A082-B54123B8E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74" y="201219"/>
            <a:ext cx="5457171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DB6DD9-4483-4890-934C-3F3A4BFE1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387" y="306106"/>
            <a:ext cx="1328931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55DCA-C2F1-4D2F-AB1A-3E27B51EB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that takes in minimum </a:t>
            </a:r>
            <a:r>
              <a:rPr lang="en-US" dirty="0" err="1"/>
              <a:t>Trans_avg</a:t>
            </a:r>
            <a:r>
              <a:rPr lang="en-US" dirty="0"/>
              <a:t> (or Trans(lambda) ), minimum layer thickness</a:t>
            </a:r>
            <a:r>
              <a:rPr lang="en-US"/>
              <a:t>, maximum </a:t>
            </a:r>
            <a:r>
              <a:rPr lang="en-US" dirty="0"/>
              <a:t># layers, and returns best possible KK refractive index profile, showing corresponding TRA_KK, </a:t>
            </a:r>
            <a:r>
              <a:rPr lang="en-US" dirty="0" err="1"/>
              <a:t>TRA_bulk</a:t>
            </a:r>
            <a:r>
              <a:rPr lang="en-US" dirty="0"/>
              <a:t> and FOM (either old one or new one)</a:t>
            </a:r>
          </a:p>
          <a:p>
            <a:r>
              <a:rPr lang="en-US" dirty="0"/>
              <a:t>New FOM: T*A_LR/A_RL</a:t>
            </a:r>
          </a:p>
          <a:p>
            <a:r>
              <a:rPr lang="en-US" dirty="0"/>
              <a:t>Look at how lowering k but keeping n same (deviating from KK profile) helps increase transmission while keeping asymmetry similar</a:t>
            </a:r>
          </a:p>
          <a:p>
            <a:r>
              <a:rPr lang="en-US" dirty="0"/>
              <a:t>Look into </a:t>
            </a:r>
            <a:r>
              <a:rPr lang="en-US" dirty="0" err="1"/>
              <a:t>tmm_fast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60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5454</TotalTime>
  <Words>90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5</cp:revision>
  <dcterms:created xsi:type="dcterms:W3CDTF">2025-01-28T03:34:53Z</dcterms:created>
  <dcterms:modified xsi:type="dcterms:W3CDTF">2025-01-31T22:29:30Z</dcterms:modified>
</cp:coreProperties>
</file>