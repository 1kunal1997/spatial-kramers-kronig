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3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9A35D-ACB9-4D6A-9889-0DFAF8607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A5F6F-85DB-49B3-8606-8C6FA7ACD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F1D15-9578-4E81-93EC-EEC9FA63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1C1D-EF5A-4986-932F-EFD50EE8C091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64EFD-02C6-49EF-A84A-1A857BB30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28166-9BBF-49FC-9020-F4228D233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64FF8-1AF6-4949-B206-B63DA85FB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4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6B4AB-C783-48B6-8890-59B0DD4B5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1720D-A8FE-4663-B82C-2575D66C2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76824-982F-4567-B68F-EE48468AB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1C1D-EF5A-4986-932F-EFD50EE8C091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3A054-C1F7-47CA-9A3C-8B13DD8E1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B3018-630A-41B7-8DF7-0F68776D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64FF8-1AF6-4949-B206-B63DA85FB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2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3F7C9-EEA9-433D-9606-BD8DC574F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50E25-0382-4F7A-A4A1-91412B2C7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3AB24-633C-4A75-8C1B-49D2FF7E9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1C1D-EF5A-4986-932F-EFD50EE8C091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E8E00-CD9B-4ED8-A0F2-D5760A006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8BA72-4B98-4CB5-8F6F-776812B75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64FF8-1AF6-4949-B206-B63DA85FB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27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11964-160B-4E2A-A57E-881D4C5E1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6C57D-28C6-491E-B84F-BA2336D303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00FD88-FE5A-4908-8DD9-F0B75237A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8CAB0-2D12-4918-A0E3-A3DEA4042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1C1D-EF5A-4986-932F-EFD50EE8C091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E0FF3-5330-44E7-A18D-27C6086E5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E94DB-2313-45C3-92AD-2613B8FFC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64FF8-1AF6-4949-B206-B63DA85FB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4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64AE-52A8-407F-A9EF-128DA8471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93D9B-5E51-4B4D-80A1-F78505634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16338-3432-4490-8204-835A04DA1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13E216-D013-45DB-B7AE-B1780C45F5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5C81D0-2D67-463F-B8B8-29EF8319D9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9805F2-8E98-4447-98AF-9F32AEBB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1C1D-EF5A-4986-932F-EFD50EE8C091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580E3-D12C-405E-9E0D-C355E10F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F58242-483B-4147-90C8-97E289A3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64FF8-1AF6-4949-B206-B63DA85FB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98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028B4-3A0E-4884-8C36-5E6427322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767EA3-5B17-410F-836D-B4E0EF2BD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1C1D-EF5A-4986-932F-EFD50EE8C091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F62C8C-A92B-4E0F-9106-4AF3CAB8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A2055-4DF2-4001-95BE-33AA3669E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64FF8-1AF6-4949-B206-B63DA85FB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32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147E8C-0E57-4C88-938C-1B8CAC96C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1C1D-EF5A-4986-932F-EFD50EE8C091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BE8AC8-E9B2-43CD-AA95-33BB7EE11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0866E-0271-4C97-B034-2CDBF9795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64FF8-1AF6-4949-B206-B63DA85FB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61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2EA7C-3DD6-4507-A68C-D2ADAB144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592BE-77B6-4067-B553-8EEC02D37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86B8C2-B807-4A69-85DC-F07D7E90C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77E4C-BD4A-48CC-BCEA-EFA1DC479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1C1D-EF5A-4986-932F-EFD50EE8C091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17846-6143-4BEB-BD38-38316C8D3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CC519-2C8B-4B83-A136-0E0146DF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64FF8-1AF6-4949-B206-B63DA85FB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99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002B-BD21-40BB-91B9-3E6730AD8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3BBE5-D111-4F83-9EC9-A167BCE0FF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6ADE7-879D-46BB-8F03-3EE052408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8DCEA-9EC8-44ED-9BA6-40589881E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1C1D-EF5A-4986-932F-EFD50EE8C091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F5DDB-5F95-47BB-B402-079950D29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E528D-0B84-42A7-BE9A-ADBA58217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64FF8-1AF6-4949-B206-B63DA85FB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92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BA2C8-8F16-4FFC-8980-7BD2E8B26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D0C39-F67E-4B0A-9887-97283C5B8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6374B-6824-4A93-B42B-E629346E0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1C1D-EF5A-4986-932F-EFD50EE8C091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BBCEE-4628-49E9-8A1D-F3018C579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DE87B-C1C0-4775-A919-6F58E9B66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64FF8-1AF6-4949-B206-B63DA85FB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87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381A21-5525-4715-A782-DCFAF683CC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09250C-8E40-4B15-9A0C-773ECB529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0CE6E-D49C-4E56-BDC5-13B4895A8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1C1D-EF5A-4986-932F-EFD50EE8C091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C607C-3DDF-4678-A153-2AB4FBD7B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02DAE-6854-443A-9A54-51B0AB0CB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64FF8-1AF6-4949-B206-B63DA85FB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FEFDA3-706B-4684-A326-241CEB517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BD5CA-7500-450B-A2F0-2EF29A24B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1C8C-510A-4C19-96D3-FE50A1D44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71C1D-EF5A-4986-932F-EFD50EE8C091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DA474-1A8B-4194-8EC3-2F95F6A8F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BE5E5-D743-4330-A992-AB9B91D3C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64FF8-1AF6-4949-B206-B63DA85FB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61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D951B4-E422-4067-8779-453138387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48" y="534281"/>
            <a:ext cx="3787274" cy="3160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F97D81-4807-4846-87EA-52F0AD00C5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48" y="3695198"/>
            <a:ext cx="3787274" cy="316091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8CBCCD6-4968-4D34-BE1D-46B903D79BB8}"/>
              </a:ext>
            </a:extLst>
          </p:cNvPr>
          <p:cNvGrpSpPr>
            <a:grpSpLocks noChangeAspect="1"/>
          </p:cNvGrpSpPr>
          <p:nvPr/>
        </p:nvGrpSpPr>
        <p:grpSpPr>
          <a:xfrm>
            <a:off x="4381132" y="1536788"/>
            <a:ext cx="5173353" cy="4316819"/>
            <a:chOff x="1986625" y="0"/>
            <a:chExt cx="8218750" cy="68580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182A24-96FD-4DF0-A021-3FDDBA4FC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86625" y="0"/>
              <a:ext cx="8218750" cy="68580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B148C81-E356-4E65-B211-A2B4A0EDDD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8030" t="4274" r="6074" b="3685"/>
            <a:stretch/>
          </p:blipFill>
          <p:spPr>
            <a:xfrm>
              <a:off x="8314535" y="1148313"/>
              <a:ext cx="1520456" cy="264751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92F3FDF-9839-4748-8412-12591F5EE8F7}"/>
                  </a:ext>
                </a:extLst>
              </p:cNvPr>
              <p:cNvSpPr/>
              <p:nvPr/>
            </p:nvSpPr>
            <p:spPr>
              <a:xfrm>
                <a:off x="4211122" y="586940"/>
                <a:ext cx="2416431" cy="683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KK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92F3FDF-9839-4748-8412-12591F5EE8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122" y="586940"/>
                <a:ext cx="2416431" cy="6836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F9BFA1D-30AD-4C29-99A3-AF45854158CC}"/>
              </a:ext>
            </a:extLst>
          </p:cNvPr>
          <p:cNvSpPr txBox="1"/>
          <p:nvPr/>
        </p:nvSpPr>
        <p:spPr>
          <a:xfrm>
            <a:off x="329609" y="95694"/>
            <a:ext cx="7180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Last time (need to include air background + dispersion)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C32767F-3CC9-4009-8817-D315CF08C6B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48" t="15379" b="23579"/>
          <a:stretch/>
        </p:blipFill>
        <p:spPr>
          <a:xfrm>
            <a:off x="8803726" y="147392"/>
            <a:ext cx="3103155" cy="11231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67F6238-6400-485B-B622-73D7F0FD1DFC}"/>
                  </a:ext>
                </a:extLst>
              </p:cNvPr>
              <p:cNvSpPr txBox="1"/>
              <p:nvPr/>
            </p:nvSpPr>
            <p:spPr>
              <a:xfrm>
                <a:off x="9321344" y="2382559"/>
                <a:ext cx="2656115" cy="2277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solid lines = KK</a:t>
                </a:r>
              </a:p>
              <a:p>
                <a:pPr algn="ctr"/>
                <a:r>
                  <a:rPr lang="en-US" dirty="0"/>
                  <a:t>dashed lines = bulk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arrows signify direction of incident light</a:t>
                </a:r>
              </a:p>
              <a:p>
                <a:pPr algn="ctr"/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m:rPr>
                        <m:sty m:val="p"/>
                      </m:rPr>
                      <a:rPr lang="en-US" b="0" i="0" baseline="-25000" smtClean="0">
                        <a:latin typeface="Cambria Math" panose="02040503050406030204" pitchFamily="18" charset="0"/>
                      </a:rPr>
                      <m:t>LR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b="0" i="0" baseline="-25000" smtClean="0">
                        <a:latin typeface="Cambria Math" panose="02040503050406030204" pitchFamily="18" charset="0"/>
                      </a:rPr>
                      <m:t>RL</m:t>
                    </m:r>
                  </m:oMath>
                </a14:m>
                <a:endParaRPr lang="en-US" dirty="0"/>
              </a:p>
              <a:p>
                <a:pPr algn="ctr"/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67F6238-6400-485B-B622-73D7F0FD1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1344" y="2382559"/>
                <a:ext cx="2656115" cy="2277547"/>
              </a:xfrm>
              <a:prstGeom prst="rect">
                <a:avLst/>
              </a:prstGeom>
              <a:blipFill>
                <a:blip r:embed="rId8"/>
                <a:stretch>
                  <a:fillRect l="-917" t="-1609" r="-25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FF3D4CD-A3D8-43BC-A9A0-E316700E7D5A}"/>
              </a:ext>
            </a:extLst>
          </p:cNvPr>
          <p:cNvCxnSpPr/>
          <p:nvPr/>
        </p:nvCxnSpPr>
        <p:spPr>
          <a:xfrm>
            <a:off x="10755086" y="1436914"/>
            <a:ext cx="60089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2D257F8-D444-48B2-BC6F-9FA6455AF3ED}"/>
              </a:ext>
            </a:extLst>
          </p:cNvPr>
          <p:cNvCxnSpPr>
            <a:cxnSpLocks/>
          </p:cNvCxnSpPr>
          <p:nvPr/>
        </p:nvCxnSpPr>
        <p:spPr>
          <a:xfrm flipH="1">
            <a:off x="9765481" y="1436914"/>
            <a:ext cx="56723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190A13D-47B4-4C6F-BCA9-9A4C3D709B1B}"/>
              </a:ext>
            </a:extLst>
          </p:cNvPr>
          <p:cNvSpPr txBox="1"/>
          <p:nvPr/>
        </p:nvSpPr>
        <p:spPr>
          <a:xfrm>
            <a:off x="10851789" y="159034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LR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FB7B28-51E9-4A33-B9CD-D89930CA779A}"/>
              </a:ext>
            </a:extLst>
          </p:cNvPr>
          <p:cNvSpPr txBox="1"/>
          <p:nvPr/>
        </p:nvSpPr>
        <p:spPr>
          <a:xfrm>
            <a:off x="9947819" y="159034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RL</a:t>
            </a:r>
          </a:p>
        </p:txBody>
      </p:sp>
    </p:spTree>
    <p:extLst>
      <p:ext uri="{BB962C8B-B14F-4D97-AF65-F5344CB8AC3E}">
        <p14:creationId xmlns:p14="http://schemas.microsoft.com/office/powerpoint/2010/main" val="1823693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E239507-001F-4BC6-B86E-19F0E4DC8BA3}"/>
              </a:ext>
            </a:extLst>
          </p:cNvPr>
          <p:cNvGrpSpPr>
            <a:grpSpLocks noChangeAspect="1"/>
          </p:cNvGrpSpPr>
          <p:nvPr/>
        </p:nvGrpSpPr>
        <p:grpSpPr>
          <a:xfrm>
            <a:off x="3105385" y="78409"/>
            <a:ext cx="3885447" cy="3350591"/>
            <a:chOff x="2119626" y="0"/>
            <a:chExt cx="7952747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A690597-8169-4787-85B2-C5190AA48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19626" y="0"/>
              <a:ext cx="7952747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78B77DA-FF8F-4CA7-8622-394F529E5C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896" t="6191" r="5137" b="7258"/>
            <a:stretch/>
          </p:blipFill>
          <p:spPr>
            <a:xfrm>
              <a:off x="3205907" y="577936"/>
              <a:ext cx="1740665" cy="1234451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8F0957A-91DE-45BB-A4EE-553EAFB81799}"/>
              </a:ext>
            </a:extLst>
          </p:cNvPr>
          <p:cNvGrpSpPr>
            <a:grpSpLocks noChangeAspect="1"/>
          </p:cNvGrpSpPr>
          <p:nvPr/>
        </p:nvGrpSpPr>
        <p:grpSpPr>
          <a:xfrm>
            <a:off x="7214532" y="78409"/>
            <a:ext cx="3893932" cy="3350592"/>
            <a:chOff x="2110946" y="0"/>
            <a:chExt cx="7970108" cy="6858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D47703A-C9D5-42E9-955A-B00E26094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0946" y="0"/>
              <a:ext cx="7970108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46F977D-1BDC-411D-BBDD-46DD7F9EAF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846" t="7978" r="5754" b="10001"/>
            <a:stretch/>
          </p:blipFill>
          <p:spPr>
            <a:xfrm>
              <a:off x="3187546" y="586717"/>
              <a:ext cx="1770043" cy="1173101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117325E-2673-433E-AA93-8394307F6E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3792" y="3454317"/>
            <a:ext cx="4015411" cy="33505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F420BE-AD13-433F-9FCA-58AB56D68AA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554" t="3199" r="7055" b="3638"/>
          <a:stretch/>
        </p:blipFill>
        <p:spPr>
          <a:xfrm>
            <a:off x="11117633" y="4142546"/>
            <a:ext cx="863268" cy="174187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2B26E51-97FE-407E-A4BB-1705CBF8AEDF}"/>
              </a:ext>
            </a:extLst>
          </p:cNvPr>
          <p:cNvGrpSpPr>
            <a:grpSpLocks noChangeAspect="1"/>
          </p:cNvGrpSpPr>
          <p:nvPr/>
        </p:nvGrpSpPr>
        <p:grpSpPr>
          <a:xfrm>
            <a:off x="3068896" y="3401229"/>
            <a:ext cx="3885447" cy="3456771"/>
            <a:chOff x="2241768" y="0"/>
            <a:chExt cx="7708464" cy="68580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A151B77-A922-4D72-9F86-C0B3EA2DB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41768" y="0"/>
              <a:ext cx="7708464" cy="6858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789297-B704-4409-8BE9-318CFA96E4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6199" t="19831" r="6733" b="21952"/>
            <a:stretch/>
          </p:blipFill>
          <p:spPr>
            <a:xfrm>
              <a:off x="8167618" y="644063"/>
              <a:ext cx="1483606" cy="826659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EB7F81-F756-4923-BE77-88921F05213F}"/>
              </a:ext>
            </a:extLst>
          </p:cNvPr>
          <p:cNvCxnSpPr/>
          <p:nvPr/>
        </p:nvCxnSpPr>
        <p:spPr>
          <a:xfrm flipV="1">
            <a:off x="5155897" y="360769"/>
            <a:ext cx="0" cy="253666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3964AB9-D483-49A0-908D-24BEDC41D2D8}"/>
              </a:ext>
            </a:extLst>
          </p:cNvPr>
          <p:cNvCxnSpPr/>
          <p:nvPr/>
        </p:nvCxnSpPr>
        <p:spPr>
          <a:xfrm flipV="1">
            <a:off x="9263351" y="360769"/>
            <a:ext cx="0" cy="253666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D1866B5-DDFE-474C-BC5D-81332FE7637F}"/>
              </a:ext>
            </a:extLst>
          </p:cNvPr>
          <p:cNvSpPr txBox="1"/>
          <p:nvPr/>
        </p:nvSpPr>
        <p:spPr>
          <a:xfrm>
            <a:off x="471348" y="4285561"/>
            <a:ext cx="2357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constant RI over wavelength = 3.5um: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BBEC47-A6A5-413F-BF4C-BA7D08E8988D}"/>
              </a:ext>
            </a:extLst>
          </p:cNvPr>
          <p:cNvSpPr txBox="1"/>
          <p:nvPr/>
        </p:nvSpPr>
        <p:spPr>
          <a:xfrm>
            <a:off x="10755" y="3197253"/>
            <a:ext cx="362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d_list (um) = [0.2, 0.1, 0.02, 0.1, 0.2] </a:t>
            </a:r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509B0A-DE6E-43F3-A8E8-EA8482E5EE91}"/>
              </a:ext>
            </a:extLst>
          </p:cNvPr>
          <p:cNvSpPr txBox="1"/>
          <p:nvPr/>
        </p:nvSpPr>
        <p:spPr>
          <a:xfrm>
            <a:off x="4361256" y="3706344"/>
            <a:ext cx="794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graphite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FEABA7-4FCA-4ECF-96FF-84D54B6DCE6B}"/>
              </a:ext>
            </a:extLst>
          </p:cNvPr>
          <p:cNvSpPr txBox="1"/>
          <p:nvPr/>
        </p:nvSpPr>
        <p:spPr>
          <a:xfrm>
            <a:off x="4539430" y="4210137"/>
            <a:ext cx="643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silicon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B47E39-226B-40D7-8278-6B17CC99DE3B}"/>
              </a:ext>
            </a:extLst>
          </p:cNvPr>
          <p:cNvSpPr txBox="1"/>
          <p:nvPr/>
        </p:nvSpPr>
        <p:spPr>
          <a:xfrm>
            <a:off x="5212580" y="5525520"/>
            <a:ext cx="540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silica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C35D2C-29B9-4733-9144-63C50309AF78}"/>
              </a:ext>
            </a:extLst>
          </p:cNvPr>
          <p:cNvSpPr txBox="1"/>
          <p:nvPr/>
        </p:nvSpPr>
        <p:spPr>
          <a:xfrm>
            <a:off x="3942205" y="4859049"/>
            <a:ext cx="4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ZnS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236D8F-8FBB-41E8-B59A-1206EDFEFF07}"/>
              </a:ext>
            </a:extLst>
          </p:cNvPr>
          <p:cNvSpPr txBox="1"/>
          <p:nvPr/>
        </p:nvSpPr>
        <p:spPr>
          <a:xfrm>
            <a:off x="6022264" y="4859594"/>
            <a:ext cx="4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ZnS</a:t>
            </a:r>
          </a:p>
        </p:txBody>
      </p:sp>
    </p:spTree>
    <p:extLst>
      <p:ext uri="{BB962C8B-B14F-4D97-AF65-F5344CB8AC3E}">
        <p14:creationId xmlns:p14="http://schemas.microsoft.com/office/powerpoint/2010/main" val="3151643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C6DA84-7252-42AE-B427-58DDD80F7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440" y="481734"/>
            <a:ext cx="3951247" cy="32970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DB6AE1-1506-4B59-8105-137BE566D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174" y="1020081"/>
            <a:ext cx="1087363" cy="1987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E976F2-3C44-461C-92C5-0D498B947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24" y="552571"/>
            <a:ext cx="3951246" cy="32970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9B9C6C-AD2D-409D-BE96-934EC2D6AC15}"/>
              </a:ext>
            </a:extLst>
          </p:cNvPr>
          <p:cNvSpPr txBox="1"/>
          <p:nvPr/>
        </p:nvSpPr>
        <p:spPr>
          <a:xfrm>
            <a:off x="2357610" y="112402"/>
            <a:ext cx="1586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dispersionless</a:t>
            </a:r>
            <a:r>
              <a:rPr lang="en-US" b="1" dirty="0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1EC806-6300-422C-A58C-D5B201CB61DF}"/>
              </a:ext>
            </a:extLst>
          </p:cNvPr>
          <p:cNvSpPr txBox="1"/>
          <p:nvPr/>
        </p:nvSpPr>
        <p:spPr>
          <a:xfrm>
            <a:off x="7272527" y="112402"/>
            <a:ext cx="1715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with dispersion: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10F8C2-A94F-406F-AE2A-3DEBF5C63A48}"/>
              </a:ext>
            </a:extLst>
          </p:cNvPr>
          <p:cNvSpPr txBox="1"/>
          <p:nvPr/>
        </p:nvSpPr>
        <p:spPr>
          <a:xfrm>
            <a:off x="852905" y="4630596"/>
            <a:ext cx="7068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Question: Is the absorbance asymmetry coming from some variation of spatial KK, or simply from difference in n when entering lossy layer? 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30FBBE1-37F0-4213-8855-6050B19AE8A6}"/>
              </a:ext>
            </a:extLst>
          </p:cNvPr>
          <p:cNvGrpSpPr>
            <a:grpSpLocks noChangeAspect="1"/>
          </p:cNvGrpSpPr>
          <p:nvPr/>
        </p:nvGrpSpPr>
        <p:grpSpPr>
          <a:xfrm>
            <a:off x="8130486" y="3849623"/>
            <a:ext cx="3208609" cy="2854608"/>
            <a:chOff x="2241768" y="0"/>
            <a:chExt cx="7708464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70B31C7-F492-43DA-B143-14D81B537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41768" y="0"/>
              <a:ext cx="7708464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622CD82-A5ED-4329-BC62-E81BFBEE4C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6199" t="19831" r="6733" b="21952"/>
            <a:stretch/>
          </p:blipFill>
          <p:spPr>
            <a:xfrm>
              <a:off x="8167618" y="644063"/>
              <a:ext cx="1483606" cy="8266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3313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0302E5-3DAC-43A6-A8FD-F73E05AD0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458" y="1479013"/>
            <a:ext cx="4409739" cy="36796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B330DA-8123-4613-AA60-55211B082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7647" y="2368855"/>
            <a:ext cx="931812" cy="15116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3A8C8B-0C0A-4240-A672-A3F686F922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568" y="243001"/>
            <a:ext cx="1262365" cy="81152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AD275A0-AA38-4B21-B2AC-C8117DA15A53}"/>
              </a:ext>
            </a:extLst>
          </p:cNvPr>
          <p:cNvGrpSpPr>
            <a:grpSpLocks noChangeAspect="1"/>
          </p:cNvGrpSpPr>
          <p:nvPr/>
        </p:nvGrpSpPr>
        <p:grpSpPr>
          <a:xfrm>
            <a:off x="1035586" y="1421176"/>
            <a:ext cx="4409447" cy="3922959"/>
            <a:chOff x="2241768" y="0"/>
            <a:chExt cx="7708464" cy="685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A429D28-66C7-4562-BD8F-CDA8B7A3A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41768" y="0"/>
              <a:ext cx="7708464" cy="6858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420A1DA-CDC0-49D4-88B2-510D497600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6199" t="19831" r="6733" b="21952"/>
            <a:stretch/>
          </p:blipFill>
          <p:spPr>
            <a:xfrm>
              <a:off x="8167618" y="644063"/>
              <a:ext cx="1483606" cy="826659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D08B4D1-D562-4B66-BECF-53B9201E0B9C}"/>
              </a:ext>
            </a:extLst>
          </p:cNvPr>
          <p:cNvSpPr txBox="1"/>
          <p:nvPr/>
        </p:nvSpPr>
        <p:spPr>
          <a:xfrm>
            <a:off x="2257256" y="464095"/>
            <a:ext cx="333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fresnel</a:t>
            </a:r>
            <a:r>
              <a:rPr lang="en-US" dirty="0"/>
              <a:t> coefficient for reflectance: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F49B99-E1FA-4E88-8745-CB7D76099BDD}"/>
              </a:ext>
            </a:extLst>
          </p:cNvPr>
          <p:cNvSpPr txBox="1"/>
          <p:nvPr/>
        </p:nvSpPr>
        <p:spPr>
          <a:xfrm>
            <a:off x="671181" y="5679157"/>
            <a:ext cx="11138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/>
              <a:t>Is there a way to ‘deconvolute’ the system in order to get rid of multiple reflections from air-window interfaces?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Isolate effects from ‘spatial KK’ region</a:t>
            </a:r>
          </a:p>
        </p:txBody>
      </p:sp>
    </p:spTree>
    <p:extLst>
      <p:ext uri="{BB962C8B-B14F-4D97-AF65-F5344CB8AC3E}">
        <p14:creationId xmlns:p14="http://schemas.microsoft.com/office/powerpoint/2010/main" val="3805088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62184</TotalTime>
  <Words>133</Words>
  <Application>Microsoft Macintosh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Kunal Lakhanpal</dc:creator>
  <cp:lastModifiedBy>Kunal Lakhanpal</cp:lastModifiedBy>
  <cp:revision>22</cp:revision>
  <dcterms:created xsi:type="dcterms:W3CDTF">2025-03-14T00:54:25Z</dcterms:created>
  <dcterms:modified xsi:type="dcterms:W3CDTF">2025-12-08T17:12:28Z</dcterms:modified>
</cp:coreProperties>
</file>