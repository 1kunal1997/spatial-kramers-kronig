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  <p:sldId id="261" r:id="rId5"/>
    <p:sldId id="263" r:id="rId6"/>
    <p:sldId id="257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0D08-57DC-4675-BF9F-43C3CEC30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5D42E-080B-43A2-8F72-E85BE9A98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B3F3B-41AB-4085-A127-FB2FAB84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66E0B-8F5E-4232-89BA-6EEDD357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AD4AA-4F64-4381-B87E-4D07383A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1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78EA6-88E1-4B4F-8737-6A51AC44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7082-D115-427D-B78C-FADC4B2E0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07BD0-D1D6-4FDE-BDC3-79512284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221D-DFC4-4510-924E-56719AA2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3FC40-FAE3-4075-912D-625B677A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9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E298-A058-462A-8BAA-41583DEA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7D8AA-47D5-40C1-AC15-6A3ED29C6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2FEF-B4A6-4DC8-8B3E-72AFE645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86427-9D28-4CDA-924C-CEFEB9D2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D5221-761E-4821-8EB4-585CAA81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5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DC3D-F1EA-4390-824B-C22D3BC3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565C-27FE-43B5-B6E0-D7D4D7FD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66465-A36D-4999-ABDF-89F3E61F4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3B6D6-B97D-4DDF-BAAC-59D942AE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A77C2-7532-4E9A-AF6A-68B0DE2B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2D765-F231-492C-B024-646E20E9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5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845-DD05-4884-B9E4-03E3501E6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9A89-B31C-496F-8D09-8124E727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CB36C-D7FF-4D6B-A7DF-019FE761E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87EF2-0CAA-4223-B00A-41DE5F429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135C0-8466-44A3-98A7-DB569CF9FD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DC3FCC-30C0-4C99-94B2-096D074B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9731F-F60B-4356-B8DB-DE82CE242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C9753-26A4-491E-8AFB-0F755DFE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5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C78E1-B9BD-4928-94DE-857C3C33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08B5B-03EA-4E65-A31E-F58D1E13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7CE2C-1C4E-4C98-9290-14590A51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DD6D8-D293-47E8-A27E-A758DB5C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1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0B739-6F4A-47B7-A6D8-72CB11B4D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1BC0E-F9CE-40C4-85AC-6FBB70DC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45600-1835-400A-AFA9-BAB450216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0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E28E-1F82-435E-B88F-3F9A2ABA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A1179-2146-4467-912F-588D2188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992FF-F623-4600-87E0-BE815B1C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00F33-3E14-4D26-8610-DA5D85A38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CC2B3-E087-4993-99CB-FDA5585EF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84462-FEB9-440C-B3AE-BF4813FB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59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218B-ED0D-4919-9CD3-0401C1AF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96810-FB8B-4E93-9498-A86CBFC48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39E96-41C5-4A07-A9FE-E421E75D4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0BA41-1EE5-43A8-B065-272390A8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96085-73DB-4680-95C4-E8D0165E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67E8F-3083-4A39-80DB-2C7D17CA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9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92E3-BAD4-4CEB-A232-4A303CD4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AB95F-291D-4DED-A336-B32FACBA5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AF8A1-4595-4DBE-BB12-99BF5787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20BA2-BBD4-4883-8E88-B1E6F8CDB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1D0A-C161-4485-9133-E1122512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3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84C17-78B0-4235-9A3B-C8D11C623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DE293-772B-42FA-B7E6-0AAC56316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2E11-BF91-4B3A-9D20-A51960EC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16136-15F0-496A-AB19-BDDAEF20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7CE5F-6DD5-4C2C-9A76-9A83D6A0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48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40B17-19BF-4D1E-8CB0-2A091004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28605-9A99-4298-84A1-08670F838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D4493-CA53-41A9-BE6B-98419939B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757AD-9FEE-40DE-8F05-239C7DA4FAC7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7F94-EA71-4DF9-B98B-9A4F70493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CC7E9-85E7-4404-B252-E7A6305AD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663AB-091A-4F86-8A0A-4977C941C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63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0DAF26-76BE-4420-8712-137231A39E56}"/>
              </a:ext>
            </a:extLst>
          </p:cNvPr>
          <p:cNvGrpSpPr/>
          <p:nvPr/>
        </p:nvGrpSpPr>
        <p:grpSpPr>
          <a:xfrm>
            <a:off x="1387737" y="1108688"/>
            <a:ext cx="8986222" cy="1290918"/>
            <a:chOff x="2259106" y="2398955"/>
            <a:chExt cx="8986222" cy="12909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D6D80-53D4-4177-900D-EF2F1CF69687}"/>
                </a:ext>
              </a:extLst>
            </p:cNvPr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3C7B8B-EEAC-4E16-96F6-607E93100C00}"/>
                </a:ext>
              </a:extLst>
            </p:cNvPr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A76B7C-1499-4413-ABA6-411A810D771F}"/>
                </a:ext>
              </a:extLst>
            </p:cNvPr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8D1184-9798-4617-8F6E-370C8BCAA29E}"/>
                </a:ext>
              </a:extLst>
            </p:cNvPr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2FF460-8E4B-48DC-9E88-52662773B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484" y="1342787"/>
            <a:ext cx="1290978" cy="7628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194AE4-7AB2-4109-A604-131E07F9B1EB}"/>
              </a:ext>
            </a:extLst>
          </p:cNvPr>
          <p:cNvSpPr/>
          <p:nvPr/>
        </p:nvSpPr>
        <p:spPr>
          <a:xfrm>
            <a:off x="2333718" y="1421542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F54F8C-F055-4EA7-8807-AFFF24CB9ACA}"/>
              </a:ext>
            </a:extLst>
          </p:cNvPr>
          <p:cNvSpPr/>
          <p:nvPr/>
        </p:nvSpPr>
        <p:spPr>
          <a:xfrm>
            <a:off x="1576499" y="1724212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F9F86C8A-88A0-401A-87DC-DB9DAA7F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163" y="1359003"/>
            <a:ext cx="1290978" cy="762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F2F71A-1508-45C6-BD17-1E60510B0137}"/>
              </a:ext>
            </a:extLst>
          </p:cNvPr>
          <p:cNvSpPr/>
          <p:nvPr/>
        </p:nvSpPr>
        <p:spPr>
          <a:xfrm>
            <a:off x="6821397" y="1437758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43841-C76F-4EFC-9A5E-E78FBA95E4AC}"/>
              </a:ext>
            </a:extLst>
          </p:cNvPr>
          <p:cNvSpPr/>
          <p:nvPr/>
        </p:nvSpPr>
        <p:spPr>
          <a:xfrm>
            <a:off x="6064178" y="1740428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662243-89FB-4C6E-A78B-72A7DEA6A9FA}"/>
              </a:ext>
            </a:extLst>
          </p:cNvPr>
          <p:cNvCxnSpPr>
            <a:cxnSpLocks/>
          </p:cNvCxnSpPr>
          <p:nvPr/>
        </p:nvCxnSpPr>
        <p:spPr>
          <a:xfrm flipH="1">
            <a:off x="1387737" y="2798447"/>
            <a:ext cx="8986223" cy="1201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/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4CB2CA75-4256-4214-BAE3-B187B1215FA9}"/>
              </a:ext>
            </a:extLst>
          </p:cNvPr>
          <p:cNvSpPr/>
          <p:nvPr/>
        </p:nvSpPr>
        <p:spPr>
          <a:xfrm>
            <a:off x="1387737" y="3006965"/>
            <a:ext cx="8986222" cy="1290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/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/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/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avg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/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171E14B-6A5D-4C67-BE5A-71E0F30D172A}"/>
              </a:ext>
            </a:extLst>
          </p:cNvPr>
          <p:cNvSpPr txBox="1"/>
          <p:nvPr/>
        </p:nvSpPr>
        <p:spPr>
          <a:xfrm>
            <a:off x="744781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55963-6226-4567-BD83-9D2BE7B93C90}"/>
              </a:ext>
            </a:extLst>
          </p:cNvPr>
          <p:cNvSpPr txBox="1"/>
          <p:nvPr/>
        </p:nvSpPr>
        <p:spPr>
          <a:xfrm>
            <a:off x="10472216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D8170F-4BB9-4646-B6B9-BBC540BA767C}"/>
              </a:ext>
            </a:extLst>
          </p:cNvPr>
          <p:cNvSpPr txBox="1"/>
          <p:nvPr/>
        </p:nvSpPr>
        <p:spPr>
          <a:xfrm>
            <a:off x="744781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F386A0-4CA6-4C4B-8B1B-0A1B79372EE6}"/>
              </a:ext>
            </a:extLst>
          </p:cNvPr>
          <p:cNvSpPr txBox="1"/>
          <p:nvPr/>
        </p:nvSpPr>
        <p:spPr>
          <a:xfrm>
            <a:off x="10472216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8C7CE91-E6BD-42A8-83B2-F4CB6D7C0C71}"/>
              </a:ext>
            </a:extLst>
          </p:cNvPr>
          <p:cNvSpPr/>
          <p:nvPr/>
        </p:nvSpPr>
        <p:spPr>
          <a:xfrm rot="5400000">
            <a:off x="3447546" y="-1442916"/>
            <a:ext cx="373491" cy="4493110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DD01A-BB5E-45F7-AD34-A4D8C2834981}"/>
              </a:ext>
            </a:extLst>
          </p:cNvPr>
          <p:cNvSpPr txBox="1"/>
          <p:nvPr/>
        </p:nvSpPr>
        <p:spPr>
          <a:xfrm>
            <a:off x="3210745" y="135984"/>
            <a:ext cx="84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Stack</a:t>
            </a:r>
          </a:p>
        </p:txBody>
      </p:sp>
    </p:spTree>
    <p:extLst>
      <p:ext uri="{BB962C8B-B14F-4D97-AF65-F5344CB8AC3E}">
        <p14:creationId xmlns:p14="http://schemas.microsoft.com/office/powerpoint/2010/main" val="313338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73654C-CB4D-4840-AB8D-6B9C3944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4" y="433391"/>
            <a:ext cx="8321133" cy="5991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0F2D40-A611-4E14-954A-4D179579F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80" y="560043"/>
            <a:ext cx="3630115" cy="2796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BDF46E-EE21-4494-82FB-89D3A4F4E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347" y="3628436"/>
            <a:ext cx="3591579" cy="279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3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12C6D4-FBC8-41BC-BC2A-D9B07652D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727" y="125002"/>
            <a:ext cx="7586546" cy="34873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0222-C4E9-4AA9-BE51-87961CF65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288" y="3739259"/>
            <a:ext cx="3869423" cy="3118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D14CD1-F33C-4646-998A-95830D5A0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5" y="3739259"/>
            <a:ext cx="3869423" cy="3118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D144E2-984B-4FCE-AF1B-408729CA4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292" y="3739258"/>
            <a:ext cx="3869423" cy="31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7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3E6FB6-8DBE-47F8-A057-CC96D313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646" y="912925"/>
            <a:ext cx="4011002" cy="2960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9012E5-790C-4994-8CE6-DB8AF1A3C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" y="912925"/>
            <a:ext cx="4615603" cy="2960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9026249-0E7F-4C78-8D9B-6FD3215E3A26}"/>
                  </a:ext>
                </a:extLst>
              </p:cNvPr>
              <p:cNvSpPr/>
              <p:nvPr/>
            </p:nvSpPr>
            <p:spPr>
              <a:xfrm>
                <a:off x="4887784" y="103576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9026249-0E7F-4C78-8D9B-6FD3215E3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784" y="103576"/>
                <a:ext cx="2416431" cy="6836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B7C9A64-900E-40C4-9141-3EDB39540AA8}"/>
              </a:ext>
            </a:extLst>
          </p:cNvPr>
          <p:cNvSpPr txBox="1"/>
          <p:nvPr/>
        </p:nvSpPr>
        <p:spPr>
          <a:xfrm>
            <a:off x="1750746" y="55474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0.1, x0 = 0.01 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AEA56-815E-4538-8088-5A44F00D1F53}"/>
              </a:ext>
            </a:extLst>
          </p:cNvPr>
          <p:cNvSpPr txBox="1"/>
          <p:nvPr/>
        </p:nvSpPr>
        <p:spPr>
          <a:xfrm>
            <a:off x="8805481" y="543593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15, x0 = 0.0002 um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E7FD7F-F97B-4FEC-AE58-F46B9A6E9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59" y="3878480"/>
            <a:ext cx="3911297" cy="29608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809697-52D0-48B0-8A1C-C1F5C7356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82" y="3873749"/>
            <a:ext cx="3877529" cy="29579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0E215B-8CEE-4859-8B1A-C7832E483347}"/>
              </a:ext>
            </a:extLst>
          </p:cNvPr>
          <p:cNvSpPr txBox="1"/>
          <p:nvPr/>
        </p:nvSpPr>
        <p:spPr>
          <a:xfrm>
            <a:off x="4974570" y="2555223"/>
            <a:ext cx="24164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FOM enhancement decreases as a function of # of stacks N for one set of inputs but increases for another set of inputs.</a:t>
            </a:r>
          </a:p>
        </p:txBody>
      </p:sp>
    </p:spTree>
    <p:extLst>
      <p:ext uri="{BB962C8B-B14F-4D97-AF65-F5344CB8AC3E}">
        <p14:creationId xmlns:p14="http://schemas.microsoft.com/office/powerpoint/2010/main" val="231316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9026249-0E7F-4C78-8D9B-6FD3215E3A26}"/>
                  </a:ext>
                </a:extLst>
              </p:cNvPr>
              <p:cNvSpPr/>
              <p:nvPr/>
            </p:nvSpPr>
            <p:spPr>
              <a:xfrm>
                <a:off x="4887784" y="103576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9026249-0E7F-4C78-8D9B-6FD3215E3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784" y="103576"/>
                <a:ext cx="2416431" cy="6836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B7C9A64-900E-40C4-9141-3EDB39540AA8}"/>
              </a:ext>
            </a:extLst>
          </p:cNvPr>
          <p:cNvSpPr txBox="1"/>
          <p:nvPr/>
        </p:nvSpPr>
        <p:spPr>
          <a:xfrm>
            <a:off x="1696975" y="465536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0.1, x0 = 0.01 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AEA56-815E-4538-8088-5A44F00D1F53}"/>
              </a:ext>
            </a:extLst>
          </p:cNvPr>
          <p:cNvSpPr txBox="1"/>
          <p:nvPr/>
        </p:nvSpPr>
        <p:spPr>
          <a:xfrm>
            <a:off x="8359433" y="465536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15, x0 = 0.0002 um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10C43D-2927-4ED1-A4DF-5A0935A16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36" y="834868"/>
            <a:ext cx="3659657" cy="28338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684120-0477-458B-8502-06BA9A7B5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35" y="3778790"/>
            <a:ext cx="3659657" cy="28338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390B99-A827-43C0-A16F-21CEC18B5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758" y="854937"/>
            <a:ext cx="3659657" cy="29238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119F8F-45A9-4118-976C-97B406900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060" y="3778790"/>
            <a:ext cx="3547051" cy="283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1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C7E73F6-3465-44A6-A7AA-232120936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5" y="250644"/>
            <a:ext cx="3836048" cy="29254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60FF51-AC16-4746-893C-9397DBACB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235" y="250644"/>
            <a:ext cx="3836048" cy="29704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A33DA8-D069-4E7F-8900-4F8CF53C8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75" y="3636878"/>
            <a:ext cx="3836048" cy="29704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96CAC2-7F0C-429F-BB2D-5C7B1CFC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976" y="3636878"/>
            <a:ext cx="3836048" cy="29704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C2DAF7-2BF3-4539-8B6A-A26A0FE5EF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0076" y="3636877"/>
            <a:ext cx="3836049" cy="29704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28D48AB-0167-41BF-B4BC-1E20B290F99E}"/>
                  </a:ext>
                </a:extLst>
              </p:cNvPr>
              <p:cNvSpPr/>
              <p:nvPr/>
            </p:nvSpPr>
            <p:spPr>
              <a:xfrm>
                <a:off x="8949884" y="615431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28D48AB-0167-41BF-B4BC-1E20B290F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84" y="615431"/>
                <a:ext cx="2416431" cy="6836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AF4784C-5CD6-4535-B1B4-0A43465EEECA}"/>
              </a:ext>
            </a:extLst>
          </p:cNvPr>
          <p:cNvSpPr txBox="1"/>
          <p:nvPr/>
        </p:nvSpPr>
        <p:spPr>
          <a:xfrm>
            <a:off x="8831765" y="1501708"/>
            <a:ext cx="302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Transition point at </a:t>
            </a:r>
            <a:r>
              <a:rPr lang="en-US" dirty="0">
                <a:highlight>
                  <a:srgbClr val="FFFF00"/>
                </a:highlight>
              </a:rPr>
              <a:t>x0 ~ 0.0005</a:t>
            </a:r>
            <a:r>
              <a:rPr lang="en-US" dirty="0"/>
              <a:t> um . FOM enhancement goes from increasing with N to decreasing.</a:t>
            </a:r>
          </a:p>
        </p:txBody>
      </p:sp>
    </p:spTree>
    <p:extLst>
      <p:ext uri="{BB962C8B-B14F-4D97-AF65-F5344CB8AC3E}">
        <p14:creationId xmlns:p14="http://schemas.microsoft.com/office/powerpoint/2010/main" val="226205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D7B398-CAB4-45BD-A2B7-DF0387187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4" y="346036"/>
            <a:ext cx="3840201" cy="2999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DBF80E-2DB1-4CDF-A646-217E649DE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897" y="382396"/>
            <a:ext cx="3840201" cy="30466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B073F9-C868-4721-AA96-CFCE91276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22" y="3646798"/>
            <a:ext cx="3840201" cy="3046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83C76D-CA81-4251-A89F-CC708E509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77" y="3646797"/>
            <a:ext cx="3840202" cy="3046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FF4431-D03A-4785-B072-F2C3F34C58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892" y="3646797"/>
            <a:ext cx="3840202" cy="304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4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119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21</cp:revision>
  <dcterms:created xsi:type="dcterms:W3CDTF">2024-12-13T10:58:16Z</dcterms:created>
  <dcterms:modified xsi:type="dcterms:W3CDTF">2024-12-13T21:46:00Z</dcterms:modified>
</cp:coreProperties>
</file>