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AB0B-DE78-53FC-1A85-7FD49D0D2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4E303-9CD6-680F-9990-FAE8D979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56545-610A-8821-2BF3-1C16BA1E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03AE2-18C3-2B88-7045-17D27376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6808-C77F-D33E-68D7-80A02D40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79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DEEE-43FB-6AC9-4CC7-0B659598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1C722-DB48-6979-B8DE-34A868B72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C0ED6-E9EB-30E9-7759-7BED79CD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F0DF8-DBD7-1F2D-5DD6-254259FB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5570C-8F5E-745C-2051-DD8A625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8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1E5F-6249-394B-6E0E-53302182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C7DA1-689C-5CB3-AC5B-2A8B8DCCE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10556-04A9-6623-8CCA-C023D321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9FD06-12FA-3AB8-A5F1-E43927ED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66016-F65F-AE1C-DBD1-2D91E48A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9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79F4A-C505-9EBE-9A9D-56E42789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ABCA4-4C05-CED7-34A4-6DEE2EB9B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4446A-424C-363C-55F1-6A7C6DA69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A6FDB-8FD5-718C-3A92-FB6CFDEF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3E765-4269-AC93-F6E3-CB05A470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42EB4-B462-B0E7-5F5B-5B100D1F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4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37B7-5C44-5613-AFCE-83F1D8ABD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72400-394A-52BE-4E97-8984F6F08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0AC52-812D-80DD-0647-D107BD8E8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6E1BE-D9FB-32ED-2D3D-B87C8FC13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955DB-B7E5-1147-C6BE-7F07E2B70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EC36D-AD9E-B1F2-1162-B2709B7CB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CB6B7-5416-7B89-74F8-BD85190A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0C003-0E4F-D5F7-030C-7D8317AC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61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52BA4-1164-40A9-E61C-64FAC693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9FCEE-C8A2-10A7-DEC7-AFABDC858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1A0DF-9DAD-E3AB-6361-734D8A4D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1063E-3EEE-1DD1-A39F-DF74448D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18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D7A1D-5966-20E3-A855-18175F19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4BD2A-E601-865B-133F-0B2357A3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E6CE7-83FF-A171-1EC2-F685D0B5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5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4A5F-A34E-559E-EAA8-F022414FC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FA7AA-C311-2455-2969-837F39FFE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1F1E0-553A-4C6B-BFE6-CBFEB9554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7FA3C-2948-ACA1-BA17-8CEB1A1FC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A1126-57BE-C02F-FFA7-5DA668AB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6965A-5F36-5A7F-7066-6D353ECF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3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F24C-BBF2-7ED0-B357-65F0AD96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4EE61C-ABFF-C8FA-0B3C-791B68CAB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9695C-8A91-542B-35BE-A941278EC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BCD6C-DB18-2FA0-FC99-F2913DCF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2DBEB-73CF-A48B-FC24-2CF6EC8E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E2F1D-1622-6C4E-02E2-1286BDE9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41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B103-4342-3FE0-FDEF-B76CF8BC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2FDDD-D596-958F-EBCA-A2F6689B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DBE3E-8585-D1C2-62EF-836E85AD0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BCE45-14BD-E855-8A58-5D1DF8EB3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F2FAA-41E9-6B92-5AF5-42304162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0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D5ADB-8B42-734F-21AD-58E1FF99AB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01B09-A387-89BD-2206-B43C4CCA4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AF1B3-824C-8AF3-E6C8-739FE39D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1DA05-5BB4-6E88-E3FB-334A6487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3897B-7A48-DC3F-8E4C-34D77368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4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46FD39-0E2B-CF23-396A-511B65EC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E34E6-BF49-D953-0F30-7269BAE99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AD65D-19B5-1BC5-5C08-9A18D7700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F2C79-2F08-8449-B86E-C7939FF69821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760AE-EB21-1810-F5C1-4C3630669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B5BEE-ABCA-95E8-280F-60E672B6F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E4E7B-FDDC-1E47-956B-A0C75A191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4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C8EA58-C783-4F24-4230-405E7C7D110D}"/>
              </a:ext>
            </a:extLst>
          </p:cNvPr>
          <p:cNvSpPr txBox="1"/>
          <p:nvPr/>
        </p:nvSpPr>
        <p:spPr>
          <a:xfrm>
            <a:off x="276447" y="223283"/>
            <a:ext cx="65873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Pulsed, Time-Domain Simulation of Spatial KK MS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80B51-878A-AFCA-4F6A-76D5470D067B}"/>
              </a:ext>
            </a:extLst>
          </p:cNvPr>
          <p:cNvSpPr txBox="1"/>
          <p:nvPr/>
        </p:nvSpPr>
        <p:spPr>
          <a:xfrm>
            <a:off x="1212111" y="1275907"/>
            <a:ext cx="488388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2D Model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Dielectric Function: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Geometry: rectangular 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Physics: EM Waves, Time-Explicit (</a:t>
            </a:r>
            <a:r>
              <a:rPr lang="en-US" dirty="0" err="1"/>
              <a:t>teew</a:t>
            </a:r>
            <a:r>
              <a:rPr lang="en-US" dirty="0"/>
              <a:t>) 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Pulse: Gaussian (launched </a:t>
            </a:r>
            <a:r>
              <a:rPr lang="en-US"/>
              <a:t>from left)</a:t>
            </a:r>
            <a:endParaRPr lang="en-US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Study: time dependent 2[fs] step, 1[</a:t>
            </a:r>
            <a:r>
              <a:rPr lang="en-US" dirty="0" err="1"/>
              <a:t>ps</a:t>
            </a:r>
            <a:r>
              <a:rPr lang="en-US" dirty="0"/>
              <a:t>] stop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DEE2139-63B5-AE51-37C2-102F3C79901E}"/>
                  </a:ext>
                </a:extLst>
              </p:cNvPr>
              <p:cNvSpPr/>
              <p:nvPr/>
            </p:nvSpPr>
            <p:spPr>
              <a:xfrm>
                <a:off x="3812260" y="1554125"/>
                <a:ext cx="2599173" cy="659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DEE2139-63B5-AE51-37C2-102F3C7990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260" y="1554125"/>
                <a:ext cx="2599173" cy="6597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45F3EE-3FCA-FB2F-F541-B1007BE013B2}"/>
                  </a:ext>
                </a:extLst>
              </p:cNvPr>
              <p:cNvSpPr txBox="1"/>
              <p:nvPr/>
            </p:nvSpPr>
            <p:spPr>
              <a:xfrm>
                <a:off x="6528391" y="1723029"/>
                <a:ext cx="2773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𝑠𝑥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 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LR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−1(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45F3EE-3FCA-FB2F-F541-B1007BE01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391" y="1723029"/>
                <a:ext cx="2773323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EB5001E-665D-BDA5-9B4C-0B5E4F764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799" y="2820974"/>
            <a:ext cx="4271829" cy="26501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90CB68-FF7F-1ED7-CAC1-17EE1A4246D9}"/>
              </a:ext>
            </a:extLst>
          </p:cNvPr>
          <p:cNvSpPr txBox="1"/>
          <p:nvPr/>
        </p:nvSpPr>
        <p:spPr>
          <a:xfrm>
            <a:off x="1212112" y="4082905"/>
            <a:ext cx="5651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Issue 1: Study was complaining about imaginary 𝜀. Embedded losses into conductivity via this equation: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50856F-97BF-1762-B381-D1E7E6FFABBD}"/>
                  </a:ext>
                </a:extLst>
              </p:cNvPr>
              <p:cNvSpPr txBox="1"/>
              <p:nvPr/>
            </p:nvSpPr>
            <p:spPr>
              <a:xfrm>
                <a:off x="3103866" y="4821569"/>
                <a:ext cx="14167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𝜀</a:t>
                </a:r>
                <a:r>
                  <a:rPr lang="en-US" baseline="-25000" dirty="0"/>
                  <a:t>0</a:t>
                </a:r>
                <a:r>
                  <a:rPr lang="en-US" dirty="0"/>
                  <a:t> 𝜀’’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50856F-97BF-1762-B381-D1E7E6FFA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866" y="4821569"/>
                <a:ext cx="1416788" cy="369332"/>
              </a:xfrm>
              <a:prstGeom prst="rect">
                <a:avLst/>
              </a:prstGeom>
              <a:blipFill>
                <a:blip r:embed="rId5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4C35B2B-40DE-D189-5E54-5D836AA09405}"/>
              </a:ext>
            </a:extLst>
          </p:cNvPr>
          <p:cNvSpPr txBox="1"/>
          <p:nvPr/>
        </p:nvSpPr>
        <p:spPr>
          <a:xfrm>
            <a:off x="1212111" y="5407511"/>
            <a:ext cx="5651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this valid? If not, how to add losses to time dependent study?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08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B629F-1AF9-1DCE-992B-E415E7E6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22E23A-1D10-5B24-0E2A-DE70A0DDAFC6}"/>
              </a:ext>
            </a:extLst>
          </p:cNvPr>
          <p:cNvSpPr txBox="1"/>
          <p:nvPr/>
        </p:nvSpPr>
        <p:spPr>
          <a:xfrm>
            <a:off x="276447" y="223283"/>
            <a:ext cx="65873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Pulsed, Time-Domain Simulation of Spatial KK 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F558F-9296-71B2-EEDB-A6D7E392C165}"/>
              </a:ext>
            </a:extLst>
          </p:cNvPr>
          <p:cNvSpPr txBox="1"/>
          <p:nvPr/>
        </p:nvSpPr>
        <p:spPr>
          <a:xfrm>
            <a:off x="516492" y="1148317"/>
            <a:ext cx="11243118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No reflection, but pulse went through MS undisturbed (near perfect transmission)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Issue 2: pulse did not get absorbed by boundaries (backside reflections). How do you add those in this physics?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Study 2: Increased conductivity by 100x, </a:t>
            </a:r>
            <a:r>
              <a:rPr lang="en-US" dirty="0" err="1"/>
              <a:t>Comsol</a:t>
            </a:r>
            <a:r>
              <a:rPr lang="en-US" dirty="0"/>
              <a:t> threw an error, reduced to 10x and it ran: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B7B7E7-F317-2631-F810-2B475ACC5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10" y="2395244"/>
            <a:ext cx="4568899" cy="7313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4719A6-71C1-A9E9-EFD3-206BBA8E0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11" y="1688743"/>
            <a:ext cx="4568899" cy="6638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D3CC5D-7173-15F0-A0D5-22F761EC4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10" y="4206353"/>
            <a:ext cx="4568899" cy="63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22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9D9450-3752-8805-E6A7-16454F439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107" y="191386"/>
            <a:ext cx="5640607" cy="35964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F7C279-13B6-CDC9-0D32-7F0A31AB3C86}"/>
              </a:ext>
            </a:extLst>
          </p:cNvPr>
          <p:cNvSpPr txBox="1"/>
          <p:nvPr/>
        </p:nvSpPr>
        <p:spPr>
          <a:xfrm>
            <a:off x="1201479" y="4391247"/>
            <a:ext cx="9218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Issue 3: wanted to broaden permittivity profile to avoid multiplying conductivity. changed x</a:t>
            </a:r>
            <a:r>
              <a:rPr lang="en-US" baseline="-25000" dirty="0"/>
              <a:t>0</a:t>
            </a:r>
            <a:r>
              <a:rPr lang="en-US" dirty="0"/>
              <a:t> from 0.01[um] to 0.1[um] and </a:t>
            </a:r>
            <a:r>
              <a:rPr lang="en-US" dirty="0" err="1"/>
              <a:t>Comsol</a:t>
            </a:r>
            <a:r>
              <a:rPr lang="en-US" dirty="0"/>
              <a:t> threw an error. </a:t>
            </a:r>
          </a:p>
          <a:p>
            <a:endParaRPr lang="en-US" dirty="0"/>
          </a:p>
          <a:p>
            <a:r>
              <a:rPr lang="en-US" dirty="0"/>
              <a:t>Changed amplitude from 5 to 1, and it ran. What is the issue here? </a:t>
            </a:r>
          </a:p>
        </p:txBody>
      </p:sp>
    </p:spTree>
    <p:extLst>
      <p:ext uri="{BB962C8B-B14F-4D97-AF65-F5344CB8AC3E}">
        <p14:creationId xmlns:p14="http://schemas.microsoft.com/office/powerpoint/2010/main" val="191691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219</Words>
  <Application>Microsoft Macintosh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5</cp:revision>
  <dcterms:created xsi:type="dcterms:W3CDTF">2026-01-30T08:10:36Z</dcterms:created>
  <dcterms:modified xsi:type="dcterms:W3CDTF">2026-01-30T21:51:21Z</dcterms:modified>
</cp:coreProperties>
</file>