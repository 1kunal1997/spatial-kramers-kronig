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6BC7-0FD7-4A60-ABCA-41FE6F1E0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8AB41-7F8E-4D3B-80E2-CD6465390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0BFD3-FC3A-4218-B628-8DB70EF1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5E7E1-A208-4FFC-BBB4-D7B594CD4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8D20-C7FD-4D8C-AE41-D80CC72EA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57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9B498-68F8-44FB-BF85-8B1418DE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5CC2-9981-481D-8D61-6C78F4CB3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AF31E-1DE4-4A51-B651-264BC48D8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B6D33-DA47-43C0-AF16-34AA8791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E3C68-71A7-43D0-8C94-2EF2C0DD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2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EBB3-FDA7-4370-BB59-6E93B3793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C5CD5-31EF-4052-957E-57A38774F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B76C4-1F9E-4F46-AB7F-811889165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01AE1-AF2C-4E72-A7E0-B81F5F1AB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ED07-4288-4FBB-A988-B3DA0A36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0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4BCC-4C07-4E16-856C-E323FB21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90CB-5E3C-466A-BB62-41DA8B4D1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6074F-7B91-46B9-8C4D-D3F7E856A5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7ACA6-8965-4F8F-85D7-31E588E7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F884A-F7E4-47D2-B0BE-2DDC38D6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A1F33-9F04-47A4-9EEA-F5E1EEA5B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8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AC13D-FDC5-41C8-9BDE-C20A7ED2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4F673-5153-48C7-967C-972B013C8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2F950-0DED-4C44-9135-85B391D1D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5A36C-6B85-4C4C-8E43-21B142087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EEE78A-DA25-4D22-B72D-C67EF4966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FD0205-86DC-4849-8713-96B30219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993E73-A1BE-4445-B7A2-A1274208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1F781-FCC4-42A9-95F7-EBB4F8E9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3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B52A-3DAF-4F7B-B899-CDA8752D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E50E54-73CE-4712-9062-28046BF5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59763-3585-45C7-9128-A5130FC5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46A11-0285-4886-BA5B-467B515F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388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358C27-BED2-43F5-9585-64E9F437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A9E8B2-A8DF-4382-89EF-A6D63F5DF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CFCC5-A746-43DD-96FE-7889B76B8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52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36C70-2476-4FBA-A2CC-7F218CCA5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66128-B2D4-411E-887E-37F516FAC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5A042-4AB6-4E0E-B7A8-F3080898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B9E74-32AB-418F-B609-9DCD8D9F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A2A04-A5BB-4E0C-B7D6-29A9C53D4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CAE5A-E3C8-4923-A3B1-9A5916F8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4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69510-808C-42DA-A709-11A0B858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94B9DD-5ABC-4D6C-86BE-31B2FDE28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BB033-8E09-4C3C-A4E8-00F8F13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F0B565-380D-4098-A11F-FDABE6A04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6BDC9-C3A5-4401-BE82-3303C109A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71F35-2C08-470D-BB2C-96E58CB3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83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D9FA-DB57-4445-B5CB-60C5BD24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83538-A049-42CE-813D-AFB8B99823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63674-C6F7-41FC-8045-0312CD42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BB322-4184-4E25-B4E7-6E5AF7406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6713-BC15-433F-AEB9-A570FD08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05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1073D-B576-4924-9A7D-847BB41D5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9F64F-2985-4E77-A886-11EEE36C2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225DF-94F5-4EFB-BA18-AC25A9C7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AE287-5C23-47FA-A0A0-4A471511F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F50F-4C24-4E38-9FE1-C207C4CF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1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AEA096-F731-41E1-BB1B-72554BB9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4EEB8-A54A-4E16-8641-454A011AA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42525-40B9-4717-8CE2-19F598F409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84166-C599-47C5-8637-D0F64C6E4E12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6EC8D-01FC-47F8-B7A1-6B5342865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810C9-FB60-4237-94C3-783F87E62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69BA6-FA5A-4359-96E3-7FD922F067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8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449633-D541-4C63-A3B9-7EB3E417E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86" y="3926727"/>
            <a:ext cx="3465588" cy="2793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CEC787-663B-4757-93D7-586F92386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5" y="474449"/>
            <a:ext cx="3465589" cy="27932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2C49FF-2854-4AFC-B488-B5EE02A56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336" y="474448"/>
            <a:ext cx="3465590" cy="2793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329967-FCE1-4F0D-87CD-2A9904AE6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338" y="3926727"/>
            <a:ext cx="3465588" cy="2793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F3D859-4AC4-467B-8E9F-CEE2D7F0F8D7}"/>
              </a:ext>
            </a:extLst>
          </p:cNvPr>
          <p:cNvSpPr txBox="1"/>
          <p:nvPr/>
        </p:nvSpPr>
        <p:spPr>
          <a:xfrm>
            <a:off x="8395888" y="2459504"/>
            <a:ext cx="35977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Want to maximize ratio of transmission (red curve) to emission (brown curve) using a stack of KK </a:t>
            </a:r>
            <a:r>
              <a:rPr lang="en-US" sz="1500" dirty="0" err="1"/>
              <a:t>metasurfaces</a:t>
            </a:r>
            <a:r>
              <a:rPr lang="en-US" sz="1500" dirty="0"/>
              <a:t>, separated by background material (sapphire)</a:t>
            </a:r>
          </a:p>
          <a:p>
            <a:endParaRPr lang="en-US" sz="1500" dirty="0"/>
          </a:p>
          <a:p>
            <a:r>
              <a:rPr lang="en-US" sz="1500" dirty="0"/>
              <a:t>Found that increasing number of MS in stack decreases transmission and increases absorption (opposite of what we want)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E8CF19-1606-4B96-931D-4D2D9C2417ED}"/>
              </a:ext>
            </a:extLst>
          </p:cNvPr>
          <p:cNvSpPr txBox="1"/>
          <p:nvPr/>
        </p:nvSpPr>
        <p:spPr>
          <a:xfrm>
            <a:off x="1824646" y="108715"/>
            <a:ext cx="144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</a:t>
            </a:r>
            <a:r>
              <a:rPr lang="en-US" b="1" dirty="0"/>
              <a:t>2</a:t>
            </a:r>
            <a:r>
              <a:rPr lang="en-US" dirty="0"/>
              <a:t> 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2E2C9-EF4E-495F-AAD0-601B289FFC48}"/>
              </a:ext>
            </a:extLst>
          </p:cNvPr>
          <p:cNvSpPr txBox="1"/>
          <p:nvPr/>
        </p:nvSpPr>
        <p:spPr>
          <a:xfrm>
            <a:off x="5771071" y="151849"/>
            <a:ext cx="1448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</a:t>
            </a:r>
            <a:r>
              <a:rPr lang="en-US" b="1" dirty="0"/>
              <a:t>4</a:t>
            </a:r>
            <a:r>
              <a:rPr lang="en-US" dirty="0"/>
              <a:t> 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33FF2-F013-4574-BF80-FE59E1F25489}"/>
              </a:ext>
            </a:extLst>
          </p:cNvPr>
          <p:cNvSpPr txBox="1"/>
          <p:nvPr/>
        </p:nvSpPr>
        <p:spPr>
          <a:xfrm>
            <a:off x="1824646" y="3590300"/>
            <a:ext cx="156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</a:t>
            </a:r>
            <a:r>
              <a:rPr lang="en-US" b="1" dirty="0"/>
              <a:t>10</a:t>
            </a:r>
            <a:r>
              <a:rPr lang="en-US" dirty="0"/>
              <a:t> 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05D9F-5283-4D58-9D5D-774ED576670B}"/>
              </a:ext>
            </a:extLst>
          </p:cNvPr>
          <p:cNvSpPr txBox="1"/>
          <p:nvPr/>
        </p:nvSpPr>
        <p:spPr>
          <a:xfrm>
            <a:off x="5771072" y="3590300"/>
            <a:ext cx="156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 of </a:t>
            </a:r>
            <a:r>
              <a:rPr lang="en-US" b="1" dirty="0"/>
              <a:t>50</a:t>
            </a:r>
            <a:r>
              <a:rPr lang="en-US" dirty="0"/>
              <a:t> MS</a:t>
            </a:r>
          </a:p>
        </p:txBody>
      </p:sp>
    </p:spTree>
    <p:extLst>
      <p:ext uri="{BB962C8B-B14F-4D97-AF65-F5344CB8AC3E}">
        <p14:creationId xmlns:p14="http://schemas.microsoft.com/office/powerpoint/2010/main" val="391295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Kunal Lakhanpal</dc:creator>
  <cp:lastModifiedBy>Kunal Lakhanpal</cp:lastModifiedBy>
  <cp:revision>3</cp:revision>
  <dcterms:created xsi:type="dcterms:W3CDTF">2024-11-20T01:41:57Z</dcterms:created>
  <dcterms:modified xsi:type="dcterms:W3CDTF">2024-11-20T02:03:51Z</dcterms:modified>
</cp:coreProperties>
</file>