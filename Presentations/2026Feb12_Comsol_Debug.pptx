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F6692-2619-6C57-F22B-67B68E2402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BD3767-2D70-CEA2-9276-4F15F87F8D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4223EE-A8AE-4310-A7C3-E3F5DEF38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889D6-31C6-F742-A70A-4A1C15B5366C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D820A-E0EE-689E-5C35-8EFA8952F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461A3-821B-9D5E-5490-DAAAB8E68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21E1F-BAEB-BE46-898E-B7A223899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76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E7A61-8600-76B5-1634-51EEBA21A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5B847-7C5B-4E5C-2DD3-C39765758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5E297-3B51-368F-FCE3-319E0BA80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889D6-31C6-F742-A70A-4A1C15B5366C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B9050D-F56A-98A2-E71E-99B37A3C6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C12E6-65C0-D694-29B7-0C09CD52C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21E1F-BAEB-BE46-898E-B7A223899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101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F007D-4D9E-FF74-B0BB-52BB2172C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4DD4B3-09AD-8575-B265-E46383476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51817-BB87-0D5E-2558-12850EFA6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889D6-31C6-F742-A70A-4A1C15B5366C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1919F-EA4E-92BD-D5AB-ECBDD098B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CC29ED-8B8A-3272-CEB9-21E2EB0D4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21E1F-BAEB-BE46-898E-B7A223899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848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883D1-D949-E794-C980-3A0F4983B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B14D0-C690-B170-E4DA-C2008E4EBD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8F775F-1DDA-0100-ABED-AF52B0D93D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79BD8E-E7A1-859D-6232-6AC1D094A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889D6-31C6-F742-A70A-4A1C15B5366C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43BF7B-41D4-57C3-EA3F-3FB5FB115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F5B0D8-2447-B45A-9659-0C81389F1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21E1F-BAEB-BE46-898E-B7A223899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715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927D1-33B6-28B1-902B-10374AD62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58DEF3-74F7-9406-6AB0-29CE7E69B1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401C3F-FD69-AE37-C6F6-7118558CD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3DCA32-AF3B-E587-F324-DB15E8AE50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31ADCF-25EA-4191-0F86-E17901DB5A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716F9B-F3EE-F20F-73BF-6646691BA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889D6-31C6-F742-A70A-4A1C15B5366C}" type="datetimeFigureOut">
              <a:rPr lang="en-US" smtClean="0"/>
              <a:t>2/12/26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46B5CB-7C2F-6012-490E-AD6231F45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032E9D-218C-28C9-3FDC-C5B1047C6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21E1F-BAEB-BE46-898E-B7A223899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393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2B7B8-FAD0-6786-B75C-9C2F5E18E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910509-9E0A-9FBA-B79A-42CFFDA8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889D6-31C6-F742-A70A-4A1C15B5366C}" type="datetimeFigureOut">
              <a:rPr lang="en-US" smtClean="0"/>
              <a:t>2/12/26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5AD33-2440-78D8-BBC6-3442B5788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1A6A08-44BE-BDC4-5B05-27A1B10F3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21E1F-BAEB-BE46-898E-B7A223899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729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56FB0C-08D0-287F-B036-8E50CD84D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889D6-31C6-F742-A70A-4A1C15B5366C}" type="datetimeFigureOut">
              <a:rPr lang="en-US" smtClean="0"/>
              <a:t>2/12/26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A11231-64A9-0305-FC72-C86C85E8F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4AE57-0D1F-B5BD-E64D-2F83D0309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21E1F-BAEB-BE46-898E-B7A223899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267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60CB8-8637-AEDB-BF2D-0407E7C70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F6453-656F-74DA-4EFA-74E6D0B9C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943D93-23C1-06D5-9B81-A604029F56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1F16FA-A1CD-1595-96B8-5709A7938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889D6-31C6-F742-A70A-4A1C15B5366C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57684A-1E75-FC39-868B-B96EBA24B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B7CABB-542D-098F-0D4F-859492F9E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21E1F-BAEB-BE46-898E-B7A223899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145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7377B-C319-0E29-43C2-CB0C9517B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42B227-0453-43BC-33F1-AE63254EC4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600CC6-E56A-D5C2-B973-419F1BD49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22CF50-CEAB-4473-D951-D6C02291D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889D6-31C6-F742-A70A-4A1C15B5366C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CC82D3-76B6-A1C6-41CA-356FF8FC6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6153E2-8156-B857-C9E2-FE0E7D1B8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21E1F-BAEB-BE46-898E-B7A223899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592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F52C3-30F9-E69C-78AA-7C34E573F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046AA9-809C-3E36-58B9-DCB613742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5C5FDC-BD6A-247B-BAF6-BC92CED73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889D6-31C6-F742-A70A-4A1C15B5366C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187E3-BAAD-3C9F-DC41-783A895BD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CB7ED-BDB4-6A98-1F84-89E22C2BF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21E1F-BAEB-BE46-898E-B7A223899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650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BD219E-51FA-4F48-4D84-374F229C01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A688A9-5853-52C6-5316-85A537E29A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AEA7B-19B5-BCD4-7808-5F00014BA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889D6-31C6-F742-A70A-4A1C15B5366C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54B08-78D5-E14F-7B4F-EA140047B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A0013-6FA7-8A56-60A6-0E5522235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21E1F-BAEB-BE46-898E-B7A223899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499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92AF03-4261-979F-0878-B16FC8F32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B8C5EF-1A13-9BC2-8970-982F399AE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39B7B-0225-728C-9EF9-92BF75EBD4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5889D6-31C6-F742-A70A-4A1C15B5366C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38C88-61C2-1542-E03A-E65E2B256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CE8E2-76B2-7092-A8AE-A097F26C82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221E1F-BAEB-BE46-898E-B7A223899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846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9C9D2-0948-D572-DDD5-889E3F9B8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6A0A2AA-399D-DD85-9760-C8546EE5DE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050163" y="165197"/>
            <a:ext cx="5658441" cy="326380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1121074-FE6F-88C5-277E-B17BA9678A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50163" y="3535914"/>
            <a:ext cx="5658441" cy="326380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1575352-1EBF-CC92-DE2D-29E9C83CF9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5553" y="3181350"/>
            <a:ext cx="3689350" cy="4953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3AC67E-06BB-85A8-E585-2A562D3682EE}"/>
              </a:ext>
            </a:extLst>
          </p:cNvPr>
          <p:cNvSpPr txBox="1"/>
          <p:nvPr/>
        </p:nvSpPr>
        <p:spPr>
          <a:xfrm>
            <a:off x="10696354" y="3045714"/>
            <a:ext cx="29527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ED5E98-8AF1-9281-E2BF-0214D9455CB6}"/>
              </a:ext>
            </a:extLst>
          </p:cNvPr>
          <p:cNvSpPr txBox="1"/>
          <p:nvPr/>
        </p:nvSpPr>
        <p:spPr>
          <a:xfrm>
            <a:off x="7857461" y="2876437"/>
            <a:ext cx="6828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E_left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C7AA0C-53B4-B08D-98CC-3F93C3476F2C}"/>
              </a:ext>
            </a:extLst>
          </p:cNvPr>
          <p:cNvSpPr txBox="1"/>
          <p:nvPr/>
        </p:nvSpPr>
        <p:spPr>
          <a:xfrm>
            <a:off x="10448690" y="2876437"/>
            <a:ext cx="7906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accent6"/>
                </a:solidFill>
              </a:rPr>
              <a:t>E_right</a:t>
            </a:r>
            <a:endParaRPr lang="en-US" sz="1600" dirty="0">
              <a:solidFill>
                <a:schemeClr val="accent6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B2E705-363C-6B60-9F4D-08D6BB391C7D}"/>
              </a:ext>
            </a:extLst>
          </p:cNvPr>
          <p:cNvSpPr txBox="1"/>
          <p:nvPr/>
        </p:nvSpPr>
        <p:spPr>
          <a:xfrm>
            <a:off x="439183" y="1468333"/>
            <a:ext cx="14621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both sides air (𝜀</a:t>
            </a:r>
            <a:r>
              <a:rPr lang="en-US" sz="1600" baseline="-25000" dirty="0"/>
              <a:t>r</a:t>
            </a:r>
            <a:r>
              <a:rPr lang="en-US" sz="1600" dirty="0"/>
              <a:t>=1)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9C503F-EEC4-C3A2-A87F-815F0A5B0754}"/>
              </a:ext>
            </a:extLst>
          </p:cNvPr>
          <p:cNvSpPr txBox="1"/>
          <p:nvPr/>
        </p:nvSpPr>
        <p:spPr>
          <a:xfrm>
            <a:off x="439183" y="4804892"/>
            <a:ext cx="14621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left side 𝜀</a:t>
            </a:r>
            <a:r>
              <a:rPr lang="en-US" sz="1600" baseline="-25000" dirty="0"/>
              <a:t>r</a:t>
            </a:r>
            <a:r>
              <a:rPr lang="en-US" sz="1600" dirty="0"/>
              <a:t>=1, right side 𝜀</a:t>
            </a:r>
            <a:r>
              <a:rPr lang="en-US" sz="1600" baseline="-25000" dirty="0"/>
              <a:t>r</a:t>
            </a:r>
            <a:r>
              <a:rPr lang="en-US" sz="1600" dirty="0"/>
              <a:t>=3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CA89F8-37EC-17E0-EACC-6D95736A2ADD}"/>
              </a:ext>
            </a:extLst>
          </p:cNvPr>
          <p:cNvSpPr txBox="1"/>
          <p:nvPr/>
        </p:nvSpPr>
        <p:spPr>
          <a:xfrm>
            <a:off x="8029966" y="2875002"/>
            <a:ext cx="29527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96280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48D7552-B06E-5A98-72A0-3DFC4A460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625" y="298893"/>
            <a:ext cx="5260750" cy="30344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725E25-10FB-6F52-E590-A165504D7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5625" y="3524693"/>
            <a:ext cx="5260750" cy="30344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B6F4C5-D712-29DB-8F25-64CA5B1829CC}"/>
              </a:ext>
            </a:extLst>
          </p:cNvPr>
          <p:cNvSpPr txBox="1"/>
          <p:nvPr/>
        </p:nvSpPr>
        <p:spPr>
          <a:xfrm>
            <a:off x="1055871" y="1523712"/>
            <a:ext cx="17404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left side 𝜀</a:t>
            </a:r>
            <a:r>
              <a:rPr lang="en-US" sz="1600" baseline="-25000" dirty="0"/>
              <a:t>r</a:t>
            </a:r>
            <a:r>
              <a:rPr lang="en-US" sz="1600" dirty="0"/>
              <a:t>=1, right side 𝜀</a:t>
            </a:r>
            <a:r>
              <a:rPr lang="en-US" sz="1600" baseline="-25000" dirty="0"/>
              <a:t>r</a:t>
            </a:r>
            <a:r>
              <a:rPr lang="en-US" sz="1600" dirty="0"/>
              <a:t>=3-1i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8289FE-2A67-ED51-2851-CA883B1CBB7E}"/>
              </a:ext>
            </a:extLst>
          </p:cNvPr>
          <p:cNvSpPr txBox="1"/>
          <p:nvPr/>
        </p:nvSpPr>
        <p:spPr>
          <a:xfrm>
            <a:off x="1055871" y="4749514"/>
            <a:ext cx="17404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left side 𝜀</a:t>
            </a:r>
            <a:r>
              <a:rPr lang="en-US" sz="1600" baseline="-25000" dirty="0"/>
              <a:t>r</a:t>
            </a:r>
            <a:r>
              <a:rPr lang="en-US" sz="1600" dirty="0"/>
              <a:t>=1, right side 𝜀</a:t>
            </a:r>
            <a:r>
              <a:rPr lang="en-US" sz="1600" baseline="-25000" dirty="0"/>
              <a:t>r</a:t>
            </a:r>
            <a:r>
              <a:rPr lang="en-US" sz="1600" dirty="0"/>
              <a:t>=3+1i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68E0FB-099D-FDB3-FF00-E433DD2537D0}"/>
              </a:ext>
            </a:extLst>
          </p:cNvPr>
          <p:cNvSpPr txBox="1"/>
          <p:nvPr/>
        </p:nvSpPr>
        <p:spPr>
          <a:xfrm>
            <a:off x="9346020" y="2328530"/>
            <a:ext cx="256244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changing imaginary part from negative to positive did not make a difference.</a:t>
            </a:r>
          </a:p>
          <a:p>
            <a:endParaRPr lang="en-US" sz="1600" dirty="0"/>
          </a:p>
          <a:p>
            <a:r>
              <a:rPr lang="en-US" sz="1600" dirty="0" err="1"/>
              <a:t>Comsol</a:t>
            </a:r>
            <a:r>
              <a:rPr lang="en-US" sz="1600" dirty="0"/>
              <a:t> is interpreting either sign as gain, or there is another error somewhere.</a:t>
            </a:r>
          </a:p>
        </p:txBody>
      </p:sp>
    </p:spTree>
    <p:extLst>
      <p:ext uri="{BB962C8B-B14F-4D97-AF65-F5344CB8AC3E}">
        <p14:creationId xmlns:p14="http://schemas.microsoft.com/office/powerpoint/2010/main" val="2654658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84</Words>
  <Application>Microsoft Macintosh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Kunal Lakhanpal</dc:creator>
  <cp:lastModifiedBy>Kunal Lakhanpal</cp:lastModifiedBy>
  <cp:revision>3</cp:revision>
  <dcterms:created xsi:type="dcterms:W3CDTF">2026-02-12T19:58:36Z</dcterms:created>
  <dcterms:modified xsi:type="dcterms:W3CDTF">2026-02-12T21:08:12Z</dcterms:modified>
</cp:coreProperties>
</file>