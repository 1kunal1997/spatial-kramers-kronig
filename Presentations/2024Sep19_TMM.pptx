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</p:sldIdLst>
  <p:sldSz cy="13716000" cx="24384000"/>
  <p:notesSz cx="6858000" cy="9144000"/>
  <p:embeddedFontLst>
    <p:embeddedFont>
      <p:font typeface="Helvetica Neue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1" roundtripDataSignature="AMtx7mgG7oNKeBX5RLilWdhG9DWcJ/Kr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customschemas.google.com/relationships/presentationmetadata" Target="metadata"/><Relationship Id="rId10" Type="http://schemas.openxmlformats.org/officeDocument/2006/relationships/font" Target="fonts/HelveticaNeue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HelveticaNeue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font" Target="fonts/HelveticaNeue-regular.fntdata"/><Relationship Id="rId8" Type="http://schemas.openxmlformats.org/officeDocument/2006/relationships/font" Target="fonts/HelveticaNeue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/>
          <p:nvPr>
            <p:ph type="title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1" name="Google Shape;11;p4"/>
          <p:cNvSpPr txBox="1"/>
          <p:nvPr>
            <p:ph idx="1" type="body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12" name="Google Shape;12;p4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5"/>
          <p:cNvSpPr txBox="1"/>
          <p:nvPr>
            <p:ph idx="1" type="body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  <a:defRPr b="1" sz="3600"/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15" name="Google Shape;15;p5"/>
          <p:cNvSpPr txBox="1"/>
          <p:nvPr>
            <p:ph type="title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6" name="Google Shape;16;p5"/>
          <p:cNvSpPr txBox="1"/>
          <p:nvPr>
            <p:ph idx="2" type="body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17" name="Google Shape;17;p5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Photo">
  <p:cSld name="Title &amp; Photo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6"/>
          <p:cNvSpPr/>
          <p:nvPr>
            <p:ph idx="2" type="pic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  <a:noFill/>
          <a:ln>
            <a:noFill/>
          </a:ln>
        </p:spPr>
      </p:sp>
      <p:sp>
        <p:nvSpPr>
          <p:cNvPr id="20" name="Google Shape;20;p6"/>
          <p:cNvSpPr txBox="1"/>
          <p:nvPr>
            <p:ph type="title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1" name="Google Shape;21;p6"/>
          <p:cNvSpPr txBox="1"/>
          <p:nvPr>
            <p:ph idx="1" type="body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  <a:defRPr b="1" sz="3600"/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22" name="Google Shape;22;p6"/>
          <p:cNvSpPr txBox="1"/>
          <p:nvPr>
            <p:ph idx="3" type="body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Photo Alt">
  <p:cSld name="Title &amp; Photo Al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/>
          <p:cNvSpPr/>
          <p:nvPr>
            <p:ph idx="2" type="pic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6" name="Google Shape;26;p7"/>
          <p:cNvSpPr txBox="1"/>
          <p:nvPr>
            <p:ph type="title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7" name="Google Shape;27;p7"/>
          <p:cNvSpPr txBox="1"/>
          <p:nvPr>
            <p:ph idx="1" type="body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">
  <p:cSld name="Title &amp; Bulle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32" name="Google Shape;32;p8"/>
          <p:cNvSpPr txBox="1"/>
          <p:nvPr>
            <p:ph idx="2" type="body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369189" lvl="0" marL="457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33" name="Google Shape;33;p8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s">
  <p:cSld name="Bulle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/>
          <p:nvPr>
            <p:ph idx="1" type="body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369189" lvl="0" marL="457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36" name="Google Shape;36;p9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ullets &amp; Photo">
  <p:cSld name="Title, Bullets &amp; Photo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 txBox="1"/>
          <p:nvPr>
            <p:ph idx="1" type="body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39" name="Google Shape;39;p10"/>
          <p:cNvSpPr txBox="1"/>
          <p:nvPr>
            <p:ph idx="2" type="body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369189" lvl="0" marL="457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40" name="Google Shape;40;p10"/>
          <p:cNvSpPr/>
          <p:nvPr>
            <p:ph idx="3" type="pic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  <a:noFill/>
          <a:ln>
            <a:noFill/>
          </a:ln>
        </p:spPr>
      </p:sp>
      <p:sp>
        <p:nvSpPr>
          <p:cNvPr id="41" name="Google Shape;41;p10"/>
          <p:cNvSpPr txBox="1"/>
          <p:nvPr>
            <p:ph type="title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">
  <p:cSld name="Section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/>
          <p:nvPr>
            <p:ph type="title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b="0" sz="116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type="title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" type="body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2" type="body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/>
            </a:lvl1pPr>
            <a:lvl2pPr indent="-228600" lvl="1" marL="9144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/>
            </a:lvl2pPr>
            <a:lvl3pPr indent="-228600" lvl="2" marL="1371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/>
            </a:lvl3pPr>
            <a:lvl4pPr indent="-228600" lvl="3" marL="18288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/>
            </a:lvl4pPr>
            <a:lvl5pPr indent="-228600" lvl="4" marL="22860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">
  <p:cSld name="Statemen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indent="-228600" lvl="0" marL="4572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Fact">
  <p:cSld name="Big Fac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idx="1" type="body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rmAutofit/>
          </a:bodyPr>
          <a:lstStyle>
            <a:lvl1pPr indent="-228600" lvl="0" marL="4572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0"/>
              <a:buFont typeface="Helvetica Neue"/>
              <a:buNone/>
              <a:defRPr b="1" sz="25000"/>
            </a:lvl1pPr>
            <a:lvl2pPr indent="-228600" lvl="1" marL="9144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0"/>
              <a:buFont typeface="Helvetica Neue"/>
              <a:buNone/>
              <a:defRPr b="1" sz="25000"/>
            </a:lvl2pPr>
            <a:lvl3pPr indent="-228600" lvl="2" marL="1371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0"/>
              <a:buFont typeface="Helvetica Neue"/>
              <a:buNone/>
              <a:defRPr b="1" sz="25000"/>
            </a:lvl3pPr>
            <a:lvl4pPr indent="-228600" lvl="3" marL="18288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0"/>
              <a:buFont typeface="Helvetica Neue"/>
              <a:buNone/>
              <a:defRPr b="1" sz="25000"/>
            </a:lvl4pPr>
            <a:lvl5pPr indent="-228600" lvl="4" marL="22860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0"/>
              <a:buFont typeface="Helvetica Neue"/>
              <a:buNone/>
              <a:defRPr b="1" sz="25000"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2" type="body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idx="1" type="body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  <a:defRPr b="1" sz="3600"/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2" type="body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61" name="Google Shape;61;p15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- 3 Up">
  <p:cSld name="Photo - 3 Up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/>
          <p:nvPr>
            <p:ph idx="2" type="pic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/>
          <p:nvPr>
            <p:ph idx="3" type="pic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16"/>
          <p:cNvSpPr/>
          <p:nvPr>
            <p:ph idx="4" type="pic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16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">
  <p:cSld name="Photo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/>
          <p:nvPr>
            <p:ph idx="2" type="pic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solidFill>
                  <a:srgbClr val="000000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/>
          <p:nvPr>
            <p:ph type="title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b="1" i="0" sz="8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b="1" i="0" sz="8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b="1" i="0" sz="8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b="1" i="0" sz="8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b="1" i="0" sz="8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b="1" i="0" sz="8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b="1" i="0" sz="8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b="1" i="0" sz="8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b="1" i="0" sz="8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7" name="Google Shape;7;p3"/>
          <p:cNvSpPr txBox="1"/>
          <p:nvPr>
            <p:ph idx="1" type="body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603504" lvl="0" marL="457200" marR="0" rtl="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b="0" i="0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603504" lvl="1" marL="914400" marR="0" rtl="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b="0" i="0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603504" lvl="2" marL="1371600" marR="0" rtl="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b="0" i="0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603504" lvl="3" marL="1828800" marR="0" rtl="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b="0" i="0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603504" lvl="4" marL="2286000" marR="0" rtl="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b="0" i="0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603504" lvl="5" marL="2743200" marR="0" rtl="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b="0" i="0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603504" lvl="6" marL="3200400" marR="0" rtl="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b="0" i="0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603504" lvl="7" marL="3657600" marR="0" rtl="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b="0" i="0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603503" lvl="8" marL="4114800" marR="0" rtl="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b="0" i="0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8" name="Google Shape;8;p3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1.png"/><Relationship Id="rId7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"/>
          <p:cNvSpPr txBox="1"/>
          <p:nvPr>
            <p:ph type="title"/>
          </p:nvPr>
        </p:nvSpPr>
        <p:spPr>
          <a:xfrm>
            <a:off x="1206500" y="520700"/>
            <a:ext cx="21971000" cy="1434949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None/>
            </a:pPr>
            <a:r>
              <a:rPr lang="en-US" sz="6000"/>
              <a:t>Spatial Kramers-Kronig Dielectric Function in Thin Film Stack </a:t>
            </a:r>
            <a:endParaRPr/>
          </a:p>
        </p:txBody>
      </p:sp>
      <p:sp>
        <p:nvSpPr>
          <p:cNvPr id="77" name="Google Shape;77;p1"/>
          <p:cNvSpPr txBox="1"/>
          <p:nvPr/>
        </p:nvSpPr>
        <p:spPr>
          <a:xfrm>
            <a:off x="1670623" y="2823870"/>
            <a:ext cx="10237319" cy="1588649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609600" lvl="0" marL="609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-"/>
            </a:pPr>
            <a:r>
              <a:rPr b="0" i="0" lang="en-US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Number of layers N = 100</a:t>
            </a:r>
            <a:endParaRPr/>
          </a:p>
          <a:p>
            <a:pPr indent="-609600" lvl="0" marL="609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-"/>
            </a:pPr>
            <a:r>
              <a:rPr b="0" i="0" lang="en-US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Thickness of each stack t = 100nm</a:t>
            </a:r>
            <a:endParaRPr/>
          </a:p>
        </p:txBody>
      </p:sp>
      <p:pic>
        <p:nvPicPr>
          <p:cNvPr descr="Screenshot 2024-09-19 at 10.12.55 PM.png" id="78" name="Google Shape;7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31696" y="5712667"/>
            <a:ext cx="7915173" cy="55306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reenshot 2024-09-19 at 10.13.58 PM.png" id="79" name="Google Shape;7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956910" y="5712667"/>
            <a:ext cx="7656242" cy="55306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reenshot 2024-09-19 at 10.17.56 PM.png" id="80" name="Google Shape;80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37898" y="11436104"/>
            <a:ext cx="5443586" cy="18388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reenshot 2024-09-19 at 10.26.07 PM.png" id="81" name="Google Shape;81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960710" y="11887958"/>
            <a:ext cx="5443586" cy="9350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reenshot 2024-09-19 at 10.49.23 PM.png" id="82" name="Google Shape;82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4794180" y="2058077"/>
            <a:ext cx="5981701" cy="3225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"/>
          <p:cNvSpPr txBox="1"/>
          <p:nvPr>
            <p:ph type="title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None/>
            </a:pPr>
            <a:r>
              <a:rPr lang="en-US" sz="6000"/>
              <a:t>Spatial Kramers-Kronig Dielectric Function in Thin Film Stack </a:t>
            </a:r>
            <a:endParaRPr/>
          </a:p>
        </p:txBody>
      </p:sp>
      <p:pic>
        <p:nvPicPr>
          <p:cNvPr descr="Screenshot 2024-09-19 at 10.56.46 PM.png" id="88" name="Google Shape;8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85209" y="3854192"/>
            <a:ext cx="8869425" cy="60076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reenshot 2024-09-19 at 10.57.05 PM.png" id="89" name="Google Shape;8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786159" y="3854192"/>
            <a:ext cx="8368504" cy="6007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