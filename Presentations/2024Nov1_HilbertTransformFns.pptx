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061F-34D0-4B24-9A00-74F3F7822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4E1A4-BC04-4B00-9ADA-7E5A77121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22A78-911B-449C-BFBC-0572996B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B378E-047C-4BA9-9DB1-DB78B1A0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0B9B1-42DF-40A7-AC45-57893228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0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9F7E-7482-4136-B0B7-ED5F1D09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D923-935A-426D-B9A7-CA872E92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6D47D-F4BA-47B8-B1DE-B197E568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9D060-FFB1-4306-AE86-CE86C856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233A8-B5B1-4AF7-B15F-204A3656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3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518E-FF76-4BC2-92EF-E797C8A2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B2A5F-F9D1-4257-A88B-8A08DC577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A1ACF-59BC-4144-B738-3F94255C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F2B91-894A-4840-B6F1-E00C0534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C4211-DBCF-42AB-87AC-06663652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4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7B0B-D70B-4048-973A-818388D2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DD36-83F6-4BDB-BBCA-42D4FE4E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5643C-3B81-4E24-BC76-ADC1227C9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59AFB-5AF4-4DF6-AB02-38047BC5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1207C-2B91-40C3-87ED-A7982981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510F3-472F-4C30-B594-2D660488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3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4E33-896E-43A6-8A24-F3B7F7E28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0AFBC-43A4-4E78-8303-3D1035D18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1F47D-D6EA-4D6C-B580-5831FF3CE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C6EF4-0831-49E9-AC98-8188FD720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667D8-536D-422F-BAF8-3CF8151DE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9FDD8-72BD-4CA7-907C-43A9F1EF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B4248-B1D1-46B3-801E-42F0043D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32B208-593F-47EB-8847-E48EC168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5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B7F1-8754-41A1-AE6E-9D834C8A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D5B6F-188A-44DB-876D-0249A5C5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BB629-9693-46BA-88F1-6AEF50F7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6CC5F-F127-4692-AC1C-B132011E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6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72D5D-D89A-490D-B795-FD9DE900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43178-AA29-4169-846C-CD321E19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D20D6-7D5A-48F5-9EA4-F26DD786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0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8253-FA9C-47BE-80C7-BC54EA3E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8103-0A1B-4D0D-9416-4117B7045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6AABA-0141-4EB2-8F60-C91A9B962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CA824-84C4-4DD2-B18B-9C55F64DC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122E6-85E2-40A7-83F8-31CD93A4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2A85B-42D9-459D-8CB4-4EEBA9A1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3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25A4-6CEC-4B88-8FF1-6DC28548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A5DF3-449B-4A4D-82D0-FF798BE8A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18FD7-491B-436C-AE66-118BA6230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2A40C-275C-4DA1-A9F9-F0DED3AA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66211-6720-4CCC-97A1-45F336D8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18054-39E5-4341-8261-98048FED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0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3E73-31B0-4863-B033-C22623CA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2D023-2372-48B5-9694-3CB8A74DE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FA11-CCAB-4543-8004-7AC3D2B49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413DE-61A3-445C-ABAA-A142A31E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B4C2-BB5D-48D9-AECD-84F6B1A2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0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E0CEA-C791-4915-972A-824E1DA3D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31C40-68A6-4D02-89A0-6655D2360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B712D-D2C9-409D-ACC0-480AC7C3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1121-B997-472F-83E1-87F62B21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12ED-1115-4A13-9648-664FB11B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9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AB33D-7130-45FE-B354-09B722AC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3477-D3B4-4778-887B-F7D909BCA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C468E-00CA-46C1-835E-D5F78CC74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C0B13-15F4-4DAE-96D0-B351B1E49A8B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BDA83-2E70-4DEC-BDAA-F5E32472D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C1EA-6D17-4C63-A01C-0195B4FD0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76353-6CB1-47B0-886D-75C57A01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7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1BDF-19AE-4567-8E41-331A240F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5"/>
          </a:xfrm>
        </p:spPr>
        <p:txBody>
          <a:bodyPr>
            <a:normAutofit/>
          </a:bodyPr>
          <a:lstStyle/>
          <a:p>
            <a:r>
              <a:rPr lang="en-US" sz="3000" b="1" dirty="0"/>
              <a:t>Using other Spatial KK Profiles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FF6F4-6B4C-4BFC-934C-61E2D6C7F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SciPy has a Hilbert transform function. Verify it by comparing to Lorentzian: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F68BF-20B6-4950-B67E-56AE2A0B4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816" y="1758270"/>
            <a:ext cx="5210175" cy="4400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EB87CD-5E81-49D3-B826-03E74F92D942}"/>
                  </a:ext>
                </a:extLst>
              </p:cNvPr>
              <p:cNvSpPr/>
              <p:nvPr/>
            </p:nvSpPr>
            <p:spPr>
              <a:xfrm>
                <a:off x="2166101" y="2511103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EB87CD-5E81-49D3-B826-03E74F92D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101" y="2511103"/>
                <a:ext cx="2416431" cy="683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38EC465-FE0D-48A7-AF71-22B20B244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489" y="3429000"/>
            <a:ext cx="2323653" cy="60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8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994BEF-DAD6-4EB6-B9AD-EAAFA155A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92" y="346612"/>
            <a:ext cx="3709540" cy="3082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1E4880-5562-4D7B-8FB4-64C56996D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108" y="283117"/>
            <a:ext cx="3709540" cy="3209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9847A-E881-43BC-B7B0-09CD6CE0F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93" y="3758806"/>
            <a:ext cx="3709539" cy="3099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75DE5F-B293-40EC-89F0-220C08CFA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109" y="3758806"/>
            <a:ext cx="3709539" cy="3099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06AF17-8C15-4C76-AD43-CF2CD289F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134" y="3184326"/>
            <a:ext cx="795504" cy="308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5AD2D4-260D-49BE-ADB1-BD23E9B4E9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060" y="1073075"/>
            <a:ext cx="2323653" cy="60782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B4E9F0-B975-4269-94B4-530B3316C9A7}"/>
              </a:ext>
            </a:extLst>
          </p:cNvPr>
          <p:cNvCxnSpPr>
            <a:cxnSpLocks/>
          </p:cNvCxnSpPr>
          <p:nvPr/>
        </p:nvCxnSpPr>
        <p:spPr>
          <a:xfrm flipV="1">
            <a:off x="4658061" y="1887805"/>
            <a:ext cx="232365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39CEAB-757D-4D16-85C5-0B2BB095FF04}"/>
              </a:ext>
            </a:extLst>
          </p:cNvPr>
          <p:cNvCxnSpPr>
            <a:cxnSpLocks/>
          </p:cNvCxnSpPr>
          <p:nvPr/>
        </p:nvCxnSpPr>
        <p:spPr>
          <a:xfrm flipH="1">
            <a:off x="4719893" y="2730454"/>
            <a:ext cx="1002254" cy="10283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8019C9-8365-4745-9962-176B59277258}"/>
              </a:ext>
            </a:extLst>
          </p:cNvPr>
          <p:cNvCxnSpPr>
            <a:cxnSpLocks/>
          </p:cNvCxnSpPr>
          <p:nvPr/>
        </p:nvCxnSpPr>
        <p:spPr>
          <a:xfrm>
            <a:off x="5874547" y="2730454"/>
            <a:ext cx="1107166" cy="10283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67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046A84-112A-407C-A88B-8C24DF87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29" y="275739"/>
            <a:ext cx="3679945" cy="3153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EDBAD-31CF-4438-B204-B658FE7C0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875" y="329150"/>
            <a:ext cx="3588320" cy="3046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F394F7-B406-4C0C-9068-EBC2A082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41" y="3424540"/>
            <a:ext cx="3588319" cy="3157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1D1E0E-73F1-4E2E-9AC4-1DD0C114E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431" y="3484641"/>
            <a:ext cx="3521208" cy="3046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9DFDD4-72F6-4AFF-A022-718E2D7C5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425" y="1887806"/>
            <a:ext cx="3709540" cy="308238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A0E7AB-00E5-4795-9735-15762CED4B54}"/>
              </a:ext>
            </a:extLst>
          </p:cNvPr>
          <p:cNvCxnSpPr/>
          <p:nvPr/>
        </p:nvCxnSpPr>
        <p:spPr>
          <a:xfrm>
            <a:off x="5895191" y="4475181"/>
            <a:ext cx="580913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2C3649-C56E-4DB9-A2C1-A98B397C5A25}"/>
              </a:ext>
            </a:extLst>
          </p:cNvPr>
          <p:cNvCxnSpPr>
            <a:cxnSpLocks/>
          </p:cNvCxnSpPr>
          <p:nvPr/>
        </p:nvCxnSpPr>
        <p:spPr>
          <a:xfrm>
            <a:off x="5767892" y="2214718"/>
            <a:ext cx="0" cy="226046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BD9D40-E905-4E3B-A2FD-F9CF415F7CC6}"/>
              </a:ext>
            </a:extLst>
          </p:cNvPr>
          <p:cNvSpPr txBox="1"/>
          <p:nvPr/>
        </p:nvSpPr>
        <p:spPr>
          <a:xfrm>
            <a:off x="5427765" y="316028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507C8D-3676-4317-BA95-AD579B9E769A}"/>
              </a:ext>
            </a:extLst>
          </p:cNvPr>
          <p:cNvSpPr txBox="1"/>
          <p:nvPr/>
        </p:nvSpPr>
        <p:spPr>
          <a:xfrm>
            <a:off x="6004347" y="402498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9D3F71-5199-4AFB-8551-0AFA8D70FF11}"/>
                  </a:ext>
                </a:extLst>
              </p:cNvPr>
              <p:cNvSpPr txBox="1"/>
              <p:nvPr/>
            </p:nvSpPr>
            <p:spPr>
              <a:xfrm>
                <a:off x="4434070" y="764863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9D3F71-5199-4AFB-8551-0AFA8D70F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070" y="764863"/>
                <a:ext cx="3323859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A6463AB0-707F-42C4-9932-7C0D1C708ABD}"/>
              </a:ext>
            </a:extLst>
          </p:cNvPr>
          <p:cNvSpPr/>
          <p:nvPr/>
        </p:nvSpPr>
        <p:spPr>
          <a:xfrm>
            <a:off x="1069950" y="527125"/>
            <a:ext cx="27432" cy="274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901A7F3-0A60-4575-BBB4-B4FD74195872}"/>
              </a:ext>
            </a:extLst>
          </p:cNvPr>
          <p:cNvSpPr/>
          <p:nvPr/>
        </p:nvSpPr>
        <p:spPr>
          <a:xfrm>
            <a:off x="10850444" y="4280822"/>
            <a:ext cx="27432" cy="274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40C600C-D24F-4DB7-984E-B8F09ED9604C}"/>
              </a:ext>
            </a:extLst>
          </p:cNvPr>
          <p:cNvSpPr/>
          <p:nvPr/>
        </p:nvSpPr>
        <p:spPr>
          <a:xfrm>
            <a:off x="11174966" y="737431"/>
            <a:ext cx="27432" cy="274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151B884-5016-4A0E-89F8-A8B2043B5265}"/>
              </a:ext>
            </a:extLst>
          </p:cNvPr>
          <p:cNvSpPr/>
          <p:nvPr/>
        </p:nvSpPr>
        <p:spPr>
          <a:xfrm>
            <a:off x="3345192" y="4781774"/>
            <a:ext cx="27432" cy="274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EC275B-859E-497A-852D-A00EE76C85D6}"/>
              </a:ext>
            </a:extLst>
          </p:cNvPr>
          <p:cNvSpPr txBox="1"/>
          <p:nvPr/>
        </p:nvSpPr>
        <p:spPr>
          <a:xfrm>
            <a:off x="4388757" y="5297106"/>
            <a:ext cx="3521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plot transmittance and absorbance at max enhancement </a:t>
            </a:r>
          </a:p>
        </p:txBody>
      </p:sp>
    </p:spTree>
    <p:extLst>
      <p:ext uri="{BB962C8B-B14F-4D97-AF65-F5344CB8AC3E}">
        <p14:creationId xmlns:p14="http://schemas.microsoft.com/office/powerpoint/2010/main" val="287473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7FAC7E-5AF4-4231-AF4D-FD05B65E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087"/>
            <a:ext cx="3729318" cy="30058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362E17-C7AD-4821-B3E5-DF306AB90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81" y="3185209"/>
            <a:ext cx="3729319" cy="3005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A657A-036F-45A6-A705-6CDEBDF7D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85210"/>
            <a:ext cx="3729318" cy="30058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BBEA98-2DA3-4D8A-8665-5BAB595A0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481" y="104087"/>
            <a:ext cx="3729318" cy="30058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C79500-E02C-41B7-B723-3C05FA96A1FC}"/>
              </a:ext>
            </a:extLst>
          </p:cNvPr>
          <p:cNvSpPr txBox="1"/>
          <p:nvPr/>
        </p:nvSpPr>
        <p:spPr>
          <a:xfrm>
            <a:off x="1587201" y="925158"/>
            <a:ext cx="1718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FOM</a:t>
            </a:r>
            <a:r>
              <a:rPr lang="en-US" sz="1600" b="1" baseline="-25000" dirty="0"/>
              <a:t>KK</a:t>
            </a:r>
            <a:r>
              <a:rPr lang="en-US" sz="1600" b="1" dirty="0"/>
              <a:t> = 0.0247</a:t>
            </a:r>
          </a:p>
          <a:p>
            <a:r>
              <a:rPr lang="en-US" sz="1600" b="1" dirty="0" err="1"/>
              <a:t>FOM</a:t>
            </a:r>
            <a:r>
              <a:rPr lang="en-US" sz="1600" b="1" baseline="-25000" dirty="0" err="1"/>
              <a:t>bulk</a:t>
            </a:r>
            <a:r>
              <a:rPr lang="en-US" sz="1600" b="1" dirty="0"/>
              <a:t> = 0.00563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B1407-A5FD-4EBE-BDE1-F6A4F07F4F91}"/>
              </a:ext>
            </a:extLst>
          </p:cNvPr>
          <p:cNvSpPr txBox="1"/>
          <p:nvPr/>
        </p:nvSpPr>
        <p:spPr>
          <a:xfrm>
            <a:off x="1569156" y="4117823"/>
            <a:ext cx="1823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FOM</a:t>
            </a:r>
            <a:r>
              <a:rPr lang="en-US" sz="1600" b="1" baseline="-25000" dirty="0"/>
              <a:t>KK</a:t>
            </a:r>
            <a:r>
              <a:rPr lang="en-US" sz="1600" b="1" dirty="0"/>
              <a:t> = 0.0168</a:t>
            </a:r>
          </a:p>
          <a:p>
            <a:r>
              <a:rPr lang="en-US" sz="1600" b="1" dirty="0" err="1"/>
              <a:t>FOM</a:t>
            </a:r>
            <a:r>
              <a:rPr lang="en-US" sz="1600" b="1" baseline="-25000" dirty="0" err="1"/>
              <a:t>bulk</a:t>
            </a:r>
            <a:r>
              <a:rPr lang="en-US" sz="1600" b="1" dirty="0"/>
              <a:t> = 0.000232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971C8-33E2-4F4E-B7FF-F3B2AAC1EB1B}"/>
              </a:ext>
            </a:extLst>
          </p:cNvPr>
          <p:cNvSpPr txBox="1"/>
          <p:nvPr/>
        </p:nvSpPr>
        <p:spPr>
          <a:xfrm>
            <a:off x="7546824" y="925158"/>
            <a:ext cx="1912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FOM</a:t>
            </a:r>
            <a:r>
              <a:rPr lang="en-US" sz="1600" b="1" baseline="-25000" dirty="0"/>
              <a:t>KK</a:t>
            </a:r>
            <a:r>
              <a:rPr lang="en-US" sz="1600" b="1" dirty="0"/>
              <a:t> = 5.58 x 10</a:t>
            </a:r>
            <a:r>
              <a:rPr lang="en-US" sz="1600" b="1" baseline="30000" dirty="0"/>
              <a:t>-5</a:t>
            </a:r>
          </a:p>
          <a:p>
            <a:r>
              <a:rPr lang="en-US" sz="1600" b="1" dirty="0" err="1"/>
              <a:t>FOM</a:t>
            </a:r>
            <a:r>
              <a:rPr lang="en-US" sz="1600" b="1" baseline="-25000" dirty="0" err="1"/>
              <a:t>bulk</a:t>
            </a:r>
            <a:r>
              <a:rPr lang="en-US" sz="1600" b="1" dirty="0"/>
              <a:t> = 4.97 x 10</a:t>
            </a:r>
            <a:r>
              <a:rPr lang="en-US" sz="1600" b="1" baseline="30000" dirty="0"/>
              <a:t>-7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FDD5F-7C7D-4348-ACD2-689484784598}"/>
              </a:ext>
            </a:extLst>
          </p:cNvPr>
          <p:cNvSpPr txBox="1"/>
          <p:nvPr/>
        </p:nvSpPr>
        <p:spPr>
          <a:xfrm>
            <a:off x="7584590" y="4117823"/>
            <a:ext cx="1718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FOM</a:t>
            </a:r>
            <a:r>
              <a:rPr lang="en-US" sz="1600" b="1" baseline="-25000" dirty="0"/>
              <a:t>KK</a:t>
            </a:r>
            <a:r>
              <a:rPr lang="en-US" sz="1600" b="1" dirty="0"/>
              <a:t> = 0.0246</a:t>
            </a:r>
          </a:p>
          <a:p>
            <a:r>
              <a:rPr lang="en-US" sz="1600" b="1" dirty="0" err="1"/>
              <a:t>FOM</a:t>
            </a:r>
            <a:r>
              <a:rPr lang="en-US" sz="1600" b="1" baseline="-25000" dirty="0" err="1"/>
              <a:t>bulk</a:t>
            </a:r>
            <a:r>
              <a:rPr lang="en-US" sz="1600" b="1" dirty="0"/>
              <a:t> = 0.00172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231AD-EF97-42D0-93CD-8ADC5A6799E5}"/>
              </a:ext>
            </a:extLst>
          </p:cNvPr>
          <p:cNvSpPr txBox="1"/>
          <p:nvPr/>
        </p:nvSpPr>
        <p:spPr>
          <a:xfrm>
            <a:off x="1688951" y="6307474"/>
            <a:ext cx="631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Spatial KK profiles that yield large enhancement have small </a:t>
            </a:r>
            <a:r>
              <a:rPr lang="en-US" b="1" dirty="0" err="1"/>
              <a:t>FoM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2670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16859</TotalTime>
  <Words>77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Using other Spatial KK Profiles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16</cp:revision>
  <dcterms:created xsi:type="dcterms:W3CDTF">2024-11-01T06:08:27Z</dcterms:created>
  <dcterms:modified xsi:type="dcterms:W3CDTF">2024-11-12T23:07:48Z</dcterms:modified>
</cp:coreProperties>
</file>