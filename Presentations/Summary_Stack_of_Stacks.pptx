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D036-A427-AFFC-0115-DDA582590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DC426-9E87-7AB5-B15D-84C5ECF49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B5CE-EBA2-0C10-9DF7-D128DC52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501F7-C7AC-FFC2-9335-6DDB79F4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A8889-AFCC-01AE-7C12-1F51CC7E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D67B-DD6F-5C64-BD64-3D191BDF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F96D-042E-AADB-FCA5-8B4DBB84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00B3D-A459-27BD-6F1F-73427A54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D398-ED85-0C42-1990-CF4FBA6E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70061-CA24-7CDE-9CC9-46C0734B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0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59D6-ED81-8646-2B31-F9DA16FF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A38AB-F105-2D35-976C-4BC644203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4ECF9-C08C-9E52-4846-41A9BE9A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E18BC-7F9C-D1BF-F70A-C0820CE3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68EB9-7686-C24E-E9D0-027F0FAE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5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FAF3-31AD-B487-E39C-B36E0188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E2F01-4DCA-91C7-1218-6287C9CF1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46EE9-B24B-F3E7-FA71-1312C7D93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18388-76ED-73B8-B306-F93D0E97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61D9C-C258-2015-F4D1-445EECB5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DFC5-CC7B-CEE5-2571-E30BD989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50D8-4D17-D7E8-4751-6022F666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82BAC-5BA4-D39B-551D-00B5D6200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34124-F1A0-64CD-E88C-74B300B8A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CD264-AABB-C64A-DA9C-DF2107152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5D3A7-C6D5-7D8A-180E-1087F4B1E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878C7-3418-5481-C5C8-675C7897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BEB9C-76D4-55C2-2DD5-5127E9DC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E00FF-3EB0-137D-ED4A-EB20DA80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1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5518-5F91-1489-5A2E-1B68F8F3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2EF76-CE11-942F-B53A-33939E79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5D764-CA0C-1F61-572D-6B94663E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C09DB-EF11-BCF1-DF6F-0ECE08B2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9E49B-C957-5420-BFB3-8D368D40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227E5-3650-CD0A-5751-2207F58B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60C55-C4C0-2240-7647-2FEAE3C0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3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AA64-806E-D84D-4C87-AC335EA6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ABB3-8EF3-9122-101C-C2B1EF0E9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9F8CC-4BEC-C6E1-5668-2C5DDF30F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0195F-2A02-F266-64D4-09141F3E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29DB3-30B5-4E94-7A8F-BE941AF6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58E03-6C44-75E9-DE2F-68C12404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1B36-5B76-D9FA-E3E1-11B4CB78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641D1-0874-169C-696F-ECE17A8C3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2DB8F-87B0-4261-B5D0-8C2F8BBBC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A5C16-063E-CADB-0E2F-A2C26DD7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3E77E-7ED8-F85E-54EA-966F5D5C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4795D-7FCF-EDDB-ADA5-F02456A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2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A16C-711B-8E4D-8A0C-7C7CD3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DF03E-FAC1-1035-3205-8D0BFA6B9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DEE94-418D-4488-2F6B-087568FA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62F9-6A06-FD2A-5659-4D3F6511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BB085-B535-78B1-7328-39F0470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3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B0BB1F-238C-32CE-916F-D203D44A9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49821-F542-39FE-29EF-20778B023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8A5E-3800-EF0C-D40D-C1CB6B63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F9B86-0AF7-AC1F-5E57-47236C96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16B65-A612-ED2F-80EA-ED638CC8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1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C325D-15E6-E9C8-5BD9-CE550BD7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7645-FDDC-44A4-AAEF-5D6D2A018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E3EFC-8FF5-6371-A13A-29DFD2804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AF90B-9308-5040-BC49-F660CB3628DD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79E5E-208B-4063-A37F-36FEE4555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D337F-6B86-1990-0783-7F61FFB5A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04356-7346-DE4D-9DAB-7BD37D06D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3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DAF26-76BE-4420-8712-137231A39E56}"/>
              </a:ext>
            </a:extLst>
          </p:cNvPr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D6D80-53D4-4177-900D-EF2F1CF69687}"/>
                </a:ext>
              </a:extLst>
            </p:cNvPr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3C7B8B-EEAC-4E16-96F6-607E93100C00}"/>
                </a:ext>
              </a:extLst>
            </p:cNvPr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A76B7C-1499-4413-ABA6-411A810D771F}"/>
                </a:ext>
              </a:extLst>
            </p:cNvPr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8D1184-9798-4617-8F6E-370C8BCAA29E}"/>
                </a:ext>
              </a:extLst>
            </p:cNvPr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2FF460-8E4B-48DC-9E88-52662773B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84" y="1342787"/>
            <a:ext cx="1290978" cy="7628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94AE4-7AB2-4109-A604-131E07F9B1EB}"/>
              </a:ext>
            </a:extLst>
          </p:cNvPr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54F8C-F055-4EA7-8807-AFFF24CB9ACA}"/>
              </a:ext>
            </a:extLst>
          </p:cNvPr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F9F86C8A-88A0-401A-87DC-DB9DAA7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63" y="1359003"/>
            <a:ext cx="1290978" cy="762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F2F71A-1508-45C6-BD17-1E60510B0137}"/>
              </a:ext>
            </a:extLst>
          </p:cNvPr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43841-C76F-4EFC-9A5E-E78FBA95E4AC}"/>
              </a:ext>
            </a:extLst>
          </p:cNvPr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662243-89FB-4C6E-A78B-72A7DEA6A9FA}"/>
              </a:ext>
            </a:extLst>
          </p:cNvPr>
          <p:cNvCxnSpPr>
            <a:cxnSpLocks/>
          </p:cNvCxnSpPr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/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CB2CA75-4256-4214-BAE3-B187B1215FA9}"/>
              </a:ext>
            </a:extLst>
          </p:cNvPr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/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/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/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/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171E14B-6A5D-4C67-BE5A-71E0F30D172A}"/>
              </a:ext>
            </a:extLst>
          </p:cNvPr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55963-6226-4567-BD83-9D2BE7B93C90}"/>
              </a:ext>
            </a:extLst>
          </p:cNvPr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8170F-4BB9-4646-B6B9-BBC540BA767C}"/>
              </a:ext>
            </a:extLst>
          </p:cNvPr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386A0-4CA6-4C4B-8B1B-0A1B79372EE6}"/>
              </a:ext>
            </a:extLst>
          </p:cNvPr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8C7CE91-E6BD-42A8-83B2-F4CB6D7C0C71}"/>
              </a:ext>
            </a:extLst>
          </p:cNvPr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DD01A-BB5E-45F7-AD34-A4D8C2834981}"/>
              </a:ext>
            </a:extLst>
          </p:cNvPr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Stack</a:t>
            </a:r>
          </a:p>
        </p:txBody>
      </p:sp>
    </p:spTree>
    <p:extLst>
      <p:ext uri="{BB962C8B-B14F-4D97-AF65-F5344CB8AC3E}">
        <p14:creationId xmlns:p14="http://schemas.microsoft.com/office/powerpoint/2010/main" val="313338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22097</TotalTime>
  <Words>27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2</cp:revision>
  <dcterms:created xsi:type="dcterms:W3CDTF">2026-01-13T00:27:22Z</dcterms:created>
  <dcterms:modified xsi:type="dcterms:W3CDTF">2026-01-28T08:45:00Z</dcterms:modified>
</cp:coreProperties>
</file>