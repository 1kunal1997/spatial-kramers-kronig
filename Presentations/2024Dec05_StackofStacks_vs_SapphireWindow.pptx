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6" autoAdjust="0"/>
    <p:restoredTop sz="94660"/>
  </p:normalViewPr>
  <p:slideViewPr>
    <p:cSldViewPr snapToGrid="0">
      <p:cViewPr varScale="1">
        <p:scale>
          <a:sx n="86" d="100"/>
          <a:sy n="86" d="100"/>
        </p:scale>
        <p:origin x="11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B9177-1350-4F5F-903D-CD51C3DC5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70CA7F-30B6-4698-8938-FF9C932A4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D9DEF-1A5F-48BA-89D8-822CF0DE3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11EB-C03A-4616-A34A-8FE0D9D41EF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4C11C-6B4F-47DD-A410-50A6C0DE9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A1280-37F3-45C0-B018-F1C0F472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EB05-2A6D-4898-9594-1A774A85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912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CAB33-482C-40C9-94C7-202D578A3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C6942-48D8-4D33-A65A-CE1AA6565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48114-AD4C-40F3-9A97-540AF664B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11EB-C03A-4616-A34A-8FE0D9D41EF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1EE1D-A6E2-4F2B-80A9-369911E10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33511-DA1E-428D-AEEE-60BCD7215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EB05-2A6D-4898-9594-1A774A85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13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B296-7480-4C54-B60D-1E765280E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38FD3-7EFE-48F9-84F2-F9DFBC691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3AECB-9F3B-4305-96E4-3AE552DE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11EB-C03A-4616-A34A-8FE0D9D41EF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F0BD8-E278-4235-8596-E643AFAC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27A0C-F0D1-4B84-A36A-C3876D49C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EB05-2A6D-4898-9594-1A774A85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91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6D2E2-9F7C-425C-8C9D-306F8A44E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0752D-E0DC-4297-931C-2617409325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5BADB-F524-4F13-9A29-427468CF7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6D002-7FB3-4F2D-A890-3F6FBB727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11EB-C03A-4616-A34A-8FE0D9D41EF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87389-20C4-430A-8B7A-8B47A5CBA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6F0D2-471F-4675-9551-3ED6EC3FD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EB05-2A6D-4898-9594-1A774A85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516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CC248-4F04-49BD-B440-219276BF0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6C68E-FCC2-4BC7-8917-7D4E303E4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58763E-72DD-4CC1-9053-B29FAAF42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4763BC-21E0-48EA-84E8-2A3C6E410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D91EE2-4106-40A3-8D86-7DA16C8F7A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0F21B-3A8D-4B64-9204-23A8C24E8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11EB-C03A-4616-A34A-8FE0D9D41EF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38FB72-CCB2-4CAE-948B-C5229634D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123525-CA82-465D-84DF-F41A0CC05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EB05-2A6D-4898-9594-1A774A85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18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03F35-31CF-4F3C-B271-3925C84CF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7AA93A-77D6-489E-B41A-7690E698C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11EB-C03A-4616-A34A-8FE0D9D41EF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2A1262-571E-4C07-9D7C-0AEC30EF9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FA52FE-6A11-4CA2-B390-136C4200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EB05-2A6D-4898-9594-1A774A85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817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E37B85-9463-499A-8123-ED80E56C3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11EB-C03A-4616-A34A-8FE0D9D41EF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CF1366-39F0-4FC9-8BF0-AA73C5611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DD560-0AF9-47E0-A470-04FA83D80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EB05-2A6D-4898-9594-1A774A85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5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C6CA2-B8BA-48EF-BCF3-9E73AB677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2C13E-F225-46A3-BBFD-9CF5EC317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7A946-5D35-443F-9CA8-C1BB26DE6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AE16-0A17-4EE9-91D5-A2D0FCFCC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11EB-C03A-4616-A34A-8FE0D9D41EF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50285-E014-4C3A-9322-6685E034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61424B-A429-4824-93BF-E19E6A6E5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EB05-2A6D-4898-9594-1A774A85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EA723-CE94-4355-972C-ADDC4D3A5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B5D29-FB80-4273-8083-C65CCA727A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39DC7-0555-4D07-AC08-F18823E61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D79C9-62E6-445D-B1D1-6233C5AE9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11EB-C03A-4616-A34A-8FE0D9D41EF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721A1-0208-4E28-B99B-D0102B4A5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158D7-1BFF-4AEF-9F7E-C8776072B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EB05-2A6D-4898-9594-1A774A85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04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ADC1-3591-44CF-9E16-AEE6B618F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930BF3-6AC2-4D0B-BDC2-E5752604CE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86B43-640C-4AC1-8788-AD7571D6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11EB-C03A-4616-A34A-8FE0D9D41EF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E0FBA-BC2F-41F2-BAD8-3B1DF4FF0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0C328-E980-4B5B-8754-890FFCA1B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EB05-2A6D-4898-9594-1A774A85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713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BA9EE4-97D8-4E48-B2A0-DBA7735C0F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32A80B-0EC1-4296-B119-4521DC9A7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EAB64-716E-4E6B-91CD-E05060916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11EB-C03A-4616-A34A-8FE0D9D41EF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8A74E-10AE-4372-BB43-592173194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1A3C0-4D17-4BDD-837B-13AC70BF3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BEB05-2A6D-4898-9594-1A774A85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04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698982-B2F8-4B4C-895E-D9F0E958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4EB3C-CD81-4927-9124-AF49715BB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4CA52-6ED6-44E5-82A6-52433BE2D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D11EB-C03A-4616-A34A-8FE0D9D41EF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360A9-F7AC-45CB-8A92-38BBB1344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07F53-00A1-4A0C-A76F-074CCC03A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FBEB05-2A6D-4898-9594-1A774A8583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45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C0DAF26-76BE-4420-8712-137231A39E56}"/>
              </a:ext>
            </a:extLst>
          </p:cNvPr>
          <p:cNvGrpSpPr/>
          <p:nvPr/>
        </p:nvGrpSpPr>
        <p:grpSpPr>
          <a:xfrm>
            <a:off x="1387737" y="1108688"/>
            <a:ext cx="8986222" cy="1290918"/>
            <a:chOff x="2259106" y="2398955"/>
            <a:chExt cx="8986222" cy="129091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5AD6D80-53D4-4177-900D-EF2F1CF69687}"/>
                </a:ext>
              </a:extLst>
            </p:cNvPr>
            <p:cNvSpPr/>
            <p:nvPr/>
          </p:nvSpPr>
          <p:spPr>
            <a:xfrm>
              <a:off x="2259106" y="2398955"/>
              <a:ext cx="1452282" cy="12909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13C7B8B-EEAC-4E16-96F6-607E93100C00}"/>
                </a:ext>
              </a:extLst>
            </p:cNvPr>
            <p:cNvSpPr/>
            <p:nvPr/>
          </p:nvSpPr>
          <p:spPr>
            <a:xfrm>
              <a:off x="6752217" y="2398955"/>
              <a:ext cx="1452282" cy="129091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BA76B7C-1499-4413-ABA6-411A810D771F}"/>
                </a:ext>
              </a:extLst>
            </p:cNvPr>
            <p:cNvSpPr/>
            <p:nvPr/>
          </p:nvSpPr>
          <p:spPr>
            <a:xfrm>
              <a:off x="8204499" y="2398955"/>
              <a:ext cx="3040829" cy="12909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8D1184-9798-4617-8F6E-370C8BCAA29E}"/>
                </a:ext>
              </a:extLst>
            </p:cNvPr>
            <p:cNvSpPr/>
            <p:nvPr/>
          </p:nvSpPr>
          <p:spPr>
            <a:xfrm>
              <a:off x="3711388" y="2398955"/>
              <a:ext cx="3040829" cy="129091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92FF460-8E4B-48DC-9E88-52662773BA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6484" y="1342787"/>
            <a:ext cx="1290978" cy="76285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4194AE4-7AB2-4109-A604-131E07F9B1EB}"/>
              </a:ext>
            </a:extLst>
          </p:cNvPr>
          <p:cNvSpPr/>
          <p:nvPr/>
        </p:nvSpPr>
        <p:spPr>
          <a:xfrm>
            <a:off x="2333718" y="1421542"/>
            <a:ext cx="198729" cy="214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F54F8C-F055-4EA7-8807-AFFF24CB9ACA}"/>
              </a:ext>
            </a:extLst>
          </p:cNvPr>
          <p:cNvSpPr/>
          <p:nvPr/>
        </p:nvSpPr>
        <p:spPr>
          <a:xfrm>
            <a:off x="1576499" y="1724212"/>
            <a:ext cx="336737" cy="226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8">
            <a:extLst>
              <a:ext uri="{FF2B5EF4-FFF2-40B4-BE49-F238E27FC236}">
                <a16:creationId xmlns:a16="http://schemas.microsoft.com/office/drawing/2014/main" id="{F9F86C8A-88A0-401A-87DC-DB9DAA7FD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163" y="1359003"/>
            <a:ext cx="1290978" cy="76285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FF2F71A-1508-45C6-BD17-1E60510B0137}"/>
              </a:ext>
            </a:extLst>
          </p:cNvPr>
          <p:cNvSpPr/>
          <p:nvPr/>
        </p:nvSpPr>
        <p:spPr>
          <a:xfrm>
            <a:off x="6821397" y="1437758"/>
            <a:ext cx="198729" cy="214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A43841-C76F-4EFC-9A5E-E78FBA95E4AC}"/>
              </a:ext>
            </a:extLst>
          </p:cNvPr>
          <p:cNvSpPr/>
          <p:nvPr/>
        </p:nvSpPr>
        <p:spPr>
          <a:xfrm>
            <a:off x="6064178" y="1740428"/>
            <a:ext cx="336737" cy="2267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3662243-89FB-4C6E-A78B-72A7DEA6A9FA}"/>
              </a:ext>
            </a:extLst>
          </p:cNvPr>
          <p:cNvCxnSpPr>
            <a:cxnSpLocks/>
          </p:cNvCxnSpPr>
          <p:nvPr/>
        </p:nvCxnSpPr>
        <p:spPr>
          <a:xfrm flipH="1">
            <a:off x="1387737" y="2798447"/>
            <a:ext cx="8986223" cy="12012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31444C1-91B0-4717-B12D-61252768C9AD}"/>
                  </a:ext>
                </a:extLst>
              </p:cNvPr>
              <p:cNvSpPr/>
              <p:nvPr/>
            </p:nvSpPr>
            <p:spPr>
              <a:xfrm>
                <a:off x="5673987" y="2395337"/>
                <a:ext cx="58035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MS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31444C1-91B0-4717-B12D-61252768C9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987" y="2395337"/>
                <a:ext cx="5803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4CB2CA75-4256-4214-BAE3-B187B1215FA9}"/>
              </a:ext>
            </a:extLst>
          </p:cNvPr>
          <p:cNvSpPr/>
          <p:nvPr/>
        </p:nvSpPr>
        <p:spPr>
          <a:xfrm>
            <a:off x="1387737" y="3006965"/>
            <a:ext cx="8986222" cy="12909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CA45872-74E3-4927-88F9-F2C86F5522BC}"/>
                  </a:ext>
                </a:extLst>
              </p:cNvPr>
              <p:cNvSpPr/>
              <p:nvPr/>
            </p:nvSpPr>
            <p:spPr>
              <a:xfrm>
                <a:off x="4472065" y="3285877"/>
                <a:ext cx="2817566" cy="7605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avg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/2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CA45872-74E3-4927-88F9-F2C86F5522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2065" y="3285877"/>
                <a:ext cx="2817566" cy="7605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293C1B1-5C60-4D07-81D2-C7BF8F2F7DBB}"/>
                  </a:ext>
                </a:extLst>
              </p:cNvPr>
              <p:cNvSpPr txBox="1"/>
              <p:nvPr/>
            </p:nvSpPr>
            <p:spPr>
              <a:xfrm>
                <a:off x="7812209" y="5466463"/>
                <a:ext cx="23675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293C1B1-5C60-4D07-81D2-C7BF8F2F7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2209" y="5466463"/>
                <a:ext cx="2367507" cy="276999"/>
              </a:xfrm>
              <a:prstGeom prst="rect">
                <a:avLst/>
              </a:prstGeom>
              <a:blipFill>
                <a:blip r:embed="rId5"/>
                <a:stretch>
                  <a:fillRect l="-1031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CE51C68-E5E0-4F21-81A8-10F454354DE1}"/>
                  </a:ext>
                </a:extLst>
              </p:cNvPr>
              <p:cNvSpPr txBox="1"/>
              <p:nvPr/>
            </p:nvSpPr>
            <p:spPr>
              <a:xfrm>
                <a:off x="7884024" y="4836964"/>
                <a:ext cx="2295692" cy="4060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Bulk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avg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MS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CE51C68-E5E0-4F21-81A8-10F454354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024" y="4836964"/>
                <a:ext cx="2295692" cy="4060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018C3E2-0816-421C-9383-31175861D737}"/>
                  </a:ext>
                </a:extLst>
              </p:cNvPr>
              <p:cNvSpPr txBox="1"/>
              <p:nvPr/>
            </p:nvSpPr>
            <p:spPr>
              <a:xfrm>
                <a:off x="1563653" y="4786709"/>
                <a:ext cx="3323859" cy="9396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FoM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𝒯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018C3E2-0816-421C-9383-31175861D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653" y="4786709"/>
                <a:ext cx="3323859" cy="9396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6171E14B-6A5D-4C67-BE5A-71E0F30D172A}"/>
              </a:ext>
            </a:extLst>
          </p:cNvPr>
          <p:cNvSpPr txBox="1"/>
          <p:nvPr/>
        </p:nvSpPr>
        <p:spPr>
          <a:xfrm>
            <a:off x="744781" y="1281979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C55963-6226-4567-BD83-9D2BE7B93C90}"/>
              </a:ext>
            </a:extLst>
          </p:cNvPr>
          <p:cNvSpPr txBox="1"/>
          <p:nvPr/>
        </p:nvSpPr>
        <p:spPr>
          <a:xfrm>
            <a:off x="10472216" y="3134087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D8170F-4BB9-4646-B6B9-BBC540BA767C}"/>
              </a:ext>
            </a:extLst>
          </p:cNvPr>
          <p:cNvSpPr txBox="1"/>
          <p:nvPr/>
        </p:nvSpPr>
        <p:spPr>
          <a:xfrm>
            <a:off x="744781" y="3134087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F386A0-4CA6-4C4B-8B1B-0A1B79372EE6}"/>
              </a:ext>
            </a:extLst>
          </p:cNvPr>
          <p:cNvSpPr txBox="1"/>
          <p:nvPr/>
        </p:nvSpPr>
        <p:spPr>
          <a:xfrm>
            <a:off x="10472216" y="1281979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42" name="Left Brace 41">
            <a:extLst>
              <a:ext uri="{FF2B5EF4-FFF2-40B4-BE49-F238E27FC236}">
                <a16:creationId xmlns:a16="http://schemas.microsoft.com/office/drawing/2014/main" id="{A8C7CE91-E6BD-42A8-83B2-F4CB6D7C0C71}"/>
              </a:ext>
            </a:extLst>
          </p:cNvPr>
          <p:cNvSpPr/>
          <p:nvPr/>
        </p:nvSpPr>
        <p:spPr>
          <a:xfrm rot="5400000">
            <a:off x="3447546" y="-1442916"/>
            <a:ext cx="373491" cy="4493110"/>
          </a:xfrm>
          <a:prstGeom prst="leftBrace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0DD01A-BB5E-45F7-AD34-A4D8C2834981}"/>
              </a:ext>
            </a:extLst>
          </p:cNvPr>
          <p:cNvSpPr txBox="1"/>
          <p:nvPr/>
        </p:nvSpPr>
        <p:spPr>
          <a:xfrm>
            <a:off x="3210745" y="135984"/>
            <a:ext cx="847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Stack</a:t>
            </a:r>
          </a:p>
        </p:txBody>
      </p:sp>
    </p:spTree>
    <p:extLst>
      <p:ext uri="{BB962C8B-B14F-4D97-AF65-F5344CB8AC3E}">
        <p14:creationId xmlns:p14="http://schemas.microsoft.com/office/powerpoint/2010/main" val="3133386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2C6A32-B17B-4B5D-92ED-7A4C6C202C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06" y="309871"/>
            <a:ext cx="4291077" cy="321830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6E79D6-E88F-488F-8CAD-146F1E9204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819" y="309871"/>
            <a:ext cx="4291077" cy="32183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CCD030-F17D-4A13-8F2B-45E27D21D5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04" y="3528179"/>
            <a:ext cx="4291078" cy="32183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4261C5-4E89-4176-AB07-3E50DE1A57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818" y="3429000"/>
            <a:ext cx="4291079" cy="32183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53802E7-BA85-43B9-9695-3570669FBC3A}"/>
                  </a:ext>
                </a:extLst>
              </p:cNvPr>
              <p:cNvSpPr/>
              <p:nvPr/>
            </p:nvSpPr>
            <p:spPr>
              <a:xfrm>
                <a:off x="4887785" y="526221"/>
                <a:ext cx="2416431" cy="6836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KK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53802E7-BA85-43B9-9695-3570669FBC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7785" y="526221"/>
                <a:ext cx="2416431" cy="6836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64FBC47-BDC2-4B14-AEC7-DEC9DD62EF26}"/>
              </a:ext>
            </a:extLst>
          </p:cNvPr>
          <p:cNvSpPr txBox="1"/>
          <p:nvPr/>
        </p:nvSpPr>
        <p:spPr>
          <a:xfrm>
            <a:off x="4988967" y="1272694"/>
            <a:ext cx="2214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ε</a:t>
            </a:r>
            <a:r>
              <a:rPr lang="en-US" baseline="-25000" dirty="0"/>
              <a:t>b</a:t>
            </a:r>
            <a:r>
              <a:rPr lang="en-US" dirty="0"/>
              <a:t> = n</a:t>
            </a:r>
            <a:r>
              <a:rPr lang="en-US" baseline="-25000" dirty="0"/>
              <a:t>s</a:t>
            </a:r>
            <a:r>
              <a:rPr lang="en-US" baseline="30000" dirty="0"/>
              <a:t>2</a:t>
            </a:r>
            <a:r>
              <a:rPr lang="en-US" dirty="0"/>
              <a:t> , x</a:t>
            </a:r>
            <a:r>
              <a:rPr lang="en-US" baseline="-25000" dirty="0"/>
              <a:t>0</a:t>
            </a:r>
            <a:r>
              <a:rPr lang="en-US" dirty="0"/>
              <a:t> = 0.01 </a:t>
            </a:r>
            <a:r>
              <a:rPr lang="el-GR" dirty="0"/>
              <a:t>μ</a:t>
            </a:r>
            <a:r>
              <a:rPr lang="en-US" dirty="0"/>
              <a:t>m</a:t>
            </a:r>
          </a:p>
          <a:p>
            <a:r>
              <a:rPr lang="en-US" dirty="0" err="1"/>
              <a:t>t</a:t>
            </a:r>
            <a:r>
              <a:rPr lang="en-US" baseline="-25000" dirty="0" err="1"/>
              <a:t>KK</a:t>
            </a:r>
            <a:r>
              <a:rPr lang="en-US" dirty="0"/>
              <a:t> = 400*x</a:t>
            </a:r>
            <a:r>
              <a:rPr lang="en-US" baseline="-25000" dirty="0"/>
              <a:t>0</a:t>
            </a:r>
            <a:r>
              <a:rPr lang="en-US" dirty="0"/>
              <a:t> = 4 </a:t>
            </a:r>
            <a:r>
              <a:rPr lang="el-GR" dirty="0"/>
              <a:t>μ</a:t>
            </a:r>
            <a:r>
              <a:rPr lang="en-US" dirty="0"/>
              <a:t>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5E49C0-6773-43D4-96F6-CA574B505053}"/>
              </a:ext>
            </a:extLst>
          </p:cNvPr>
          <p:cNvSpPr txBox="1"/>
          <p:nvPr/>
        </p:nvSpPr>
        <p:spPr>
          <a:xfrm>
            <a:off x="4895661" y="1981849"/>
            <a:ext cx="239426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Sapphire @ T=300K (averaged over 2-5</a:t>
            </a:r>
            <a:r>
              <a:rPr lang="el-GR" dirty="0"/>
              <a:t>μ</a:t>
            </a:r>
            <a:r>
              <a:rPr lang="en-US" dirty="0"/>
              <a:t>m): </a:t>
            </a:r>
            <a:r>
              <a:rPr lang="en-US" dirty="0" err="1">
                <a:highlight>
                  <a:srgbClr val="FFFF00"/>
                </a:highlight>
              </a:rPr>
              <a:t>k</a:t>
            </a:r>
            <a:r>
              <a:rPr lang="en-US" baseline="-25000" dirty="0" err="1">
                <a:highlight>
                  <a:srgbClr val="FFFF00"/>
                </a:highlight>
              </a:rPr>
              <a:t>bulk</a:t>
            </a:r>
            <a:r>
              <a:rPr lang="en-US" dirty="0">
                <a:highlight>
                  <a:srgbClr val="FFFF00"/>
                </a:highlight>
              </a:rPr>
              <a:t> = 4.268 x 10</a:t>
            </a:r>
            <a:r>
              <a:rPr lang="en-US" baseline="30000" dirty="0">
                <a:highlight>
                  <a:srgbClr val="FFFF00"/>
                </a:highlight>
              </a:rPr>
              <a:t>-6</a:t>
            </a:r>
          </a:p>
          <a:p>
            <a:pPr algn="ctr"/>
            <a:endParaRPr lang="en-US" baseline="30000" dirty="0">
              <a:highlight>
                <a:srgbClr val="FFFF00"/>
              </a:highlight>
            </a:endParaRPr>
          </a:p>
          <a:p>
            <a:pPr algn="ctr"/>
            <a:r>
              <a:rPr lang="en-US" dirty="0"/>
              <a:t>Corresponding amp. </a:t>
            </a:r>
            <a:r>
              <a:rPr lang="en-US" i="1" dirty="0"/>
              <a:t>A</a:t>
            </a:r>
            <a:r>
              <a:rPr lang="en-US" dirty="0"/>
              <a:t> for same losses in spatial KK:</a:t>
            </a:r>
          </a:p>
          <a:p>
            <a:pPr algn="ctr"/>
            <a:r>
              <a:rPr lang="en-US" i="1" dirty="0">
                <a:highlight>
                  <a:srgbClr val="00FF00"/>
                </a:highlight>
              </a:rPr>
              <a:t>A</a:t>
            </a:r>
            <a:r>
              <a:rPr lang="en-US" dirty="0">
                <a:highlight>
                  <a:srgbClr val="00FF00"/>
                </a:highlight>
              </a:rPr>
              <a:t> = 0.00178</a:t>
            </a:r>
          </a:p>
          <a:p>
            <a:pPr algn="ctr"/>
            <a:endParaRPr lang="en-US" dirty="0">
              <a:highlight>
                <a:srgbClr val="00FF00"/>
              </a:highlight>
            </a:endParaRPr>
          </a:p>
          <a:p>
            <a:pPr algn="ctr"/>
            <a:r>
              <a:rPr lang="en-US" dirty="0"/>
              <a:t>Single KK stack:</a:t>
            </a:r>
          </a:p>
          <a:p>
            <a:pPr algn="ctr"/>
            <a:r>
              <a:rPr lang="en-US" dirty="0"/>
              <a:t>FOM</a:t>
            </a:r>
            <a:r>
              <a:rPr lang="en-US" baseline="-25000" dirty="0"/>
              <a:t>RL</a:t>
            </a:r>
            <a:r>
              <a:rPr lang="en-US" dirty="0"/>
              <a:t> = 15681.37 </a:t>
            </a:r>
            <a:r>
              <a:rPr lang="en-US" dirty="0" err="1"/>
              <a:t>FOM</a:t>
            </a:r>
            <a:r>
              <a:rPr lang="en-US" baseline="-25000" dirty="0" err="1"/>
              <a:t>bulk</a:t>
            </a:r>
            <a:r>
              <a:rPr lang="en-US" dirty="0"/>
              <a:t> = 15680.43</a:t>
            </a:r>
          </a:p>
          <a:p>
            <a:pPr algn="ctr"/>
            <a:r>
              <a:rPr lang="en-US" dirty="0"/>
              <a:t>FOM enhancement = 1.00006</a:t>
            </a:r>
            <a:endParaRPr lang="en-US" dirty="0">
              <a:highlight>
                <a:srgbClr val="00FF00"/>
              </a:highlight>
            </a:endParaRPr>
          </a:p>
          <a:p>
            <a:pPr algn="ctr"/>
            <a:endParaRPr lang="en-US" i="1" dirty="0">
              <a:highlight>
                <a:srgbClr val="00FF00"/>
              </a:highlight>
            </a:endParaRPr>
          </a:p>
          <a:p>
            <a:pPr algn="ctr"/>
            <a:r>
              <a:rPr lang="en-US" dirty="0"/>
              <a:t>Can we do better by adding more stacks?</a:t>
            </a:r>
          </a:p>
          <a:p>
            <a:endParaRPr lang="en-US" baseline="30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91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D0E436-6CE5-467B-83BE-18F5C92D6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589" y="1048562"/>
            <a:ext cx="5734050" cy="4314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60E289-4A30-46CE-A458-9AF14CC4E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99" y="1048562"/>
            <a:ext cx="5276850" cy="4314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B199B7-4D99-41C4-8411-13D6EF7E9A10}"/>
              </a:ext>
            </a:extLst>
          </p:cNvPr>
          <p:cNvSpPr txBox="1"/>
          <p:nvPr/>
        </p:nvSpPr>
        <p:spPr>
          <a:xfrm>
            <a:off x="2308303" y="457201"/>
            <a:ext cx="1782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Short answer: no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D95C77-1D0F-467E-9FD3-B772ECDDD8E9}"/>
              </a:ext>
            </a:extLst>
          </p:cNvPr>
          <p:cNvSpPr txBox="1"/>
          <p:nvPr/>
        </p:nvSpPr>
        <p:spPr>
          <a:xfrm>
            <a:off x="8002859" y="457201"/>
            <a:ext cx="2749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Increase A by factor of 100: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478E7C2-3604-4F05-AA0C-19EA1D978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2425" y="5363387"/>
            <a:ext cx="6027150" cy="139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055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117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Kunal Lakhanpal</dc:creator>
  <cp:lastModifiedBy>Kunal Lakhanpal</cp:lastModifiedBy>
  <cp:revision>12</cp:revision>
  <dcterms:created xsi:type="dcterms:W3CDTF">2024-12-05T22:37:34Z</dcterms:created>
  <dcterms:modified xsi:type="dcterms:W3CDTF">2024-12-06T19:23:22Z</dcterms:modified>
</cp:coreProperties>
</file>