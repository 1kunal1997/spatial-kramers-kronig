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5A91-146B-4D6A-90A8-AF49BC774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3732F-C468-4F86-8876-B562C2486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6F9B-EC8A-4F29-A385-41910026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860D4-C91D-4B1C-B305-F1F64E00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00EDD-AE18-4A2A-9018-5C4D0C95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8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F069-2238-40BC-9D75-912ECC9D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CAE51-D1C3-433F-BF84-F13CCA57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175B7-4AB3-4EDA-9A98-FE534B40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96F9-3A1D-4F25-AF46-D6058E79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9EEC3-F673-4EE1-A72C-EF04C073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3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81FE-ABCD-4132-AA82-D26024608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10879-EF4B-434A-957B-C7F89C819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77F-BC2B-44B3-B53B-B3CBCD80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C096-B640-48F7-9521-CC6FD482B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16858-9781-4173-8B74-34763B3F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4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8FA9-DA2F-4BAC-B3DD-F570287B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E436-3C84-4D7E-B775-D05490116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F5D91-19EE-49BA-B4F9-862A202F0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751B1-2D18-4200-B977-06A5F9EB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D50DC-32BD-4896-AF24-49B95130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A285A-115C-4FAE-BD75-2DAD01E9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0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7FA5E-BBF0-4514-9E92-A4E183F9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B87E0-FF5C-4439-A6EA-BB1271563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0671C-77F5-48AC-8CAA-9B5F7E186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4DE64-EBCA-4282-A29F-D2D204E65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031F9-6077-4459-9CF1-77A1E6BB9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38B35-2C6F-42F6-9331-D8F3DD8B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64A4BC-AF0C-4DA1-8C09-300C4B43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F6E3DD-7AA3-491D-ABCE-4C6107FE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6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3487-0B66-42F6-B11F-4A5352D7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56410-FF7D-48CC-94B6-E443EA366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1B39A-3D99-4062-A290-CAE21A9AE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FDAC1-AD9D-428A-877E-C8DB1089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1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8C08B-CD1E-4A73-9EE3-E726B5CF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97669-6103-4512-A986-CEEE8DCA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2ACD-54C4-4E9C-BFDD-5EC09E942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8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4881-0262-4D89-A555-4E38B072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D301D-BDD2-4326-8F96-B768660BA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BC619-2357-4B2B-94CE-0D50138CC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C16FD-1546-4380-A9D5-E09F5288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74AC-7E2D-4A09-B377-93C61762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F7668-EF69-49F8-A209-E0CC4F09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A4B7-B5AD-406E-B038-57828209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EB408-57B7-49BA-B7C6-EC8B994D7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60490-D1D2-46F7-907C-0E89F31FB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87FE9-B890-49D9-959B-A7200C82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2DE55-D149-48E5-9F8D-4F540D9E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67FE3-BC8B-43E9-9763-E947EB5E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3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DC31-471C-44DE-AE8F-03515D6C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412CB-642A-46B7-8660-D25A09A6B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67816-7E80-43F2-9280-1FF4BC33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CC67D-1A9F-4837-A4E4-F9D5A2D9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CF88C-74F4-45F8-868F-0D25FE91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E5500-05B2-4E1E-AC3A-D6E49E34A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65604-D2CD-47C2-A580-24718BF04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26F55-1D51-44DC-8DB1-9C0032D2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53D2C-1FC2-49F9-9934-DC23632C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EEBDE-89C5-46FC-B5D8-60B44561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3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89FFF-A011-4420-A3F6-769416621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E72F3-3129-43D1-87F2-2CCA2DB40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E46BA-B9E8-49B1-948C-96A9C4872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12169-9355-451B-A29A-2590780F3C92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0AA63-7FED-4BCC-92BE-A9BC2CAEB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3392E-FB9D-4E06-9DC1-8D12D0853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A16C5-30DD-4A6C-BE80-AEC58F42B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1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5EA162-A0B0-4752-9E57-5E8A5A1C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746" y="3539207"/>
            <a:ext cx="4029217" cy="31848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88CA27-977E-4A5C-B816-615D6B0EF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47" y="133983"/>
            <a:ext cx="4029216" cy="3184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125449-54B5-4646-B80B-35172F8AC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483"/>
            <a:ext cx="4029215" cy="3181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62D72C-EB32-4D06-A794-222DED073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355" y="137482"/>
            <a:ext cx="4029216" cy="3181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BBBC64-B6A8-4C1D-9FD2-791552171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539207"/>
            <a:ext cx="4033650" cy="3184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73173-1739-48F5-A138-1FB37C5BFD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8920" y="3539207"/>
            <a:ext cx="4033651" cy="318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1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9BA0C7-B282-4758-932F-931452F1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098" y="0"/>
            <a:ext cx="4338150" cy="3429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A791A1-783D-4271-A69D-5E5029D892D8}"/>
              </a:ext>
            </a:extLst>
          </p:cNvPr>
          <p:cNvSpPr txBox="1"/>
          <p:nvPr/>
        </p:nvSpPr>
        <p:spPr>
          <a:xfrm>
            <a:off x="613317" y="1182030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</a:t>
            </a:r>
            <a:r>
              <a:rPr lang="en-US" b="1" dirty="0" err="1"/>
              <a:t>im</a:t>
            </a:r>
            <a:r>
              <a:rPr lang="en-US" b="1" dirty="0"/>
              <a:t>(n) = 0: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3FDDE5-284B-4B9E-B93E-4C46BB762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098" y="3429000"/>
            <a:ext cx="433815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1418E5-E77C-40EA-849C-D6836B49B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406" y="123845"/>
            <a:ext cx="4029215" cy="3181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CA3EFD-7597-4CED-86E8-D10449795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406" y="3429000"/>
            <a:ext cx="4029216" cy="3181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7653FF-EE0D-4B94-8518-3A37D9651C28}"/>
              </a:ext>
            </a:extLst>
          </p:cNvPr>
          <p:cNvSpPr txBox="1"/>
          <p:nvPr/>
        </p:nvSpPr>
        <p:spPr>
          <a:xfrm>
            <a:off x="637843" y="4650323"/>
            <a:ext cx="1387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re(n) = 0:</a:t>
            </a:r>
          </a:p>
        </p:txBody>
      </p:sp>
    </p:spTree>
    <p:extLst>
      <p:ext uri="{BB962C8B-B14F-4D97-AF65-F5344CB8AC3E}">
        <p14:creationId xmlns:p14="http://schemas.microsoft.com/office/powerpoint/2010/main" val="111801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9BA0C7-B282-4758-932F-931452F11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098" y="0"/>
            <a:ext cx="4338150" cy="3428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A791A1-783D-4271-A69D-5E5029D892D8}"/>
              </a:ext>
            </a:extLst>
          </p:cNvPr>
          <p:cNvSpPr txBox="1"/>
          <p:nvPr/>
        </p:nvSpPr>
        <p:spPr>
          <a:xfrm>
            <a:off x="613317" y="1182030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</a:t>
            </a:r>
            <a:r>
              <a:rPr lang="en-US" b="1" dirty="0" err="1"/>
              <a:t>im</a:t>
            </a:r>
            <a:r>
              <a:rPr lang="en-US" b="1" dirty="0"/>
              <a:t>(n) = 0: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3FDDE5-284B-4B9E-B93E-4C46BB762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098" y="3429000"/>
            <a:ext cx="4338150" cy="3428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1418E5-E77C-40EA-849C-D6836B49B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406" y="123845"/>
            <a:ext cx="4029215" cy="3181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CA3EFD-7597-4CED-86E8-D10449795B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406" y="3429000"/>
            <a:ext cx="4029216" cy="3181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7653FF-EE0D-4B94-8518-3A37D9651C28}"/>
              </a:ext>
            </a:extLst>
          </p:cNvPr>
          <p:cNvSpPr txBox="1"/>
          <p:nvPr/>
        </p:nvSpPr>
        <p:spPr>
          <a:xfrm>
            <a:off x="637843" y="4650323"/>
            <a:ext cx="1387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re(n) = 0:</a:t>
            </a:r>
          </a:p>
        </p:txBody>
      </p:sp>
    </p:spTree>
    <p:extLst>
      <p:ext uri="{BB962C8B-B14F-4D97-AF65-F5344CB8AC3E}">
        <p14:creationId xmlns:p14="http://schemas.microsoft.com/office/powerpoint/2010/main" val="181516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6</cp:revision>
  <dcterms:created xsi:type="dcterms:W3CDTF">2025-04-11T19:34:05Z</dcterms:created>
  <dcterms:modified xsi:type="dcterms:W3CDTF">2025-04-11T20:41:35Z</dcterms:modified>
</cp:coreProperties>
</file>