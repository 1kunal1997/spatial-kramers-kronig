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8EA70-BEF8-49DD-972E-A416361730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3C1CA9-4688-44F7-8652-DC7F83CD40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9A4B2-577A-4AD8-8972-D2F2EF0C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C06EC-AC1A-49CF-A77C-ED4CBEE53FB5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BE38C-CAD5-4492-96C8-59F4DAFF0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58BA2-FC42-4A40-96B6-7DF6ACFB5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1260-8613-4844-9589-E37194BCF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769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590E3-C84F-45BF-AA4A-0B7D8A5B3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0C8A7-69E9-4BE0-B22E-3530D3CDB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E89BC-F708-46AC-BD76-916DC8476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C06EC-AC1A-49CF-A77C-ED4CBEE53FB5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DE219-090F-4070-9B9F-3182E8448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9BDD2-A5F9-44C6-BA92-B0EE3358A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1260-8613-4844-9589-E37194BCF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54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AD000-3E8F-4388-8BF0-8C30A84DA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3D21CF-2953-4E22-A20E-30FF29980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D15C3-864F-4FCC-B6CD-5ECA1881B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C06EC-AC1A-49CF-A77C-ED4CBEE53FB5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6EDD2-CC84-46EB-8AFA-506164D73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C870C-72C4-4565-BEF2-8435957CA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1260-8613-4844-9589-E37194BCF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950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42654-06AF-420E-B915-0F31032F4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E8F4B-249D-4178-B630-BC633C088B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DF4502-5DFB-4161-A7D4-BFC9A9C87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C408D2-5263-4053-A73C-8969293B0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C06EC-AC1A-49CF-A77C-ED4CBEE53FB5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F9BAF7-3505-4D52-A4D8-8084CF01F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3A73BA-4720-4D0C-A135-9D5CFAED4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1260-8613-4844-9589-E37194BCF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094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7C267-BEDA-42A9-AA96-3BFF1ED68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0ACED-9C9D-40C8-920C-BB1868EAD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CC73FE-31A6-4C08-835D-B2B5E8EFB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10AFCA-FDD1-451B-BBD7-59AA39617A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26337B-3983-4F5B-859E-2FCC15B640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9C0D85-5EF5-4987-B8CC-B1A9D4940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C06EC-AC1A-49CF-A77C-ED4CBEE53FB5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DD25A8-1AC3-42FA-AF6A-23FEAF0CD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F9808D-8D0C-4FEF-9870-99FAFB63A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1260-8613-4844-9589-E37194BCF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170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AFDD4-2F24-4C8A-B36A-17D5CE7DC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F7AF68-3ECE-44EE-BA51-468DEFC2B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C06EC-AC1A-49CF-A77C-ED4CBEE53FB5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8FFDD-FDB1-4F5C-A2FB-52392A26C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ECB49-6A59-49E5-A952-B7D599E93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1260-8613-4844-9589-E37194BCF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08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03CEB4-46D7-455B-9E79-533108D05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C06EC-AC1A-49CF-A77C-ED4CBEE53FB5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E75430-D287-4314-8C8F-71533B5C4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11737-9CBB-415D-B4D4-8BD003A58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1260-8613-4844-9589-E37194BCF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83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6C145-C845-457C-8E19-11D0469FB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E799C-A179-4FBE-930F-1413CFD39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2D56B3-54C6-43DB-9C9B-40DCF4E81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856CC8-CD8F-4013-A4B3-937E04882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C06EC-AC1A-49CF-A77C-ED4CBEE53FB5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3592F2-2DC6-4C3C-8785-023ABF568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59899-19EE-4198-84CD-1E2FC48DB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1260-8613-4844-9589-E37194BCF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395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C6181-7365-4727-B94F-2F659F7C3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3330B-1780-4765-9B00-CE89B6DA42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451F5B-8C00-4745-95ED-41A74D67A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3116D-FC5B-4A63-9DE9-B850F7122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C06EC-AC1A-49CF-A77C-ED4CBEE53FB5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69317-071A-4969-A2E2-3925AA93A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CDC48-A269-4D61-B67D-2E93ACCFE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1260-8613-4844-9589-E37194BCF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203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E2950-E9AE-4F23-82C8-826A9B0F5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BD813C-79BB-4378-ACE2-610E76860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50CCF-4523-4CB7-9568-F9FC9ECAC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C06EC-AC1A-49CF-A77C-ED4CBEE53FB5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68A4D-5F74-4615-AC71-7568802C1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910F7-20D0-4BFD-8D92-6C308FC4B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1260-8613-4844-9589-E37194BCF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300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6647C1-5295-4575-B044-FF28139053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A8B430-8390-44DA-9AF7-E56B0AF03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D0EE4-8C3A-498F-A3C9-6FAD0F6F3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C06EC-AC1A-49CF-A77C-ED4CBEE53FB5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D13F5-955A-4885-A394-ECFA46217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C00E0-E09D-4395-8219-8F70FFE23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1260-8613-4844-9589-E37194BCF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3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2F241E-7DF6-4FE4-97D5-3F281072C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E4D841-107D-4F01-8771-020F686D2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E4188-C223-469F-9C21-C80EBC4478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AC06EC-AC1A-49CF-A77C-ED4CBEE53FB5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13050-B83A-4ACB-8D1F-E8C487888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3567A-B8CE-4806-8D6C-ED1950A2CC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C1260-8613-4844-9589-E37194BCF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915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1990FA9-9B8B-4E41-9053-512255DF35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8587" y="1833358"/>
            <a:ext cx="4598138" cy="36785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E5E066-AB81-455E-BE97-BE549C14D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488" y="152475"/>
            <a:ext cx="10623698" cy="644967"/>
          </a:xfrm>
        </p:spPr>
        <p:txBody>
          <a:bodyPr>
            <a:normAutofit/>
          </a:bodyPr>
          <a:lstStyle/>
          <a:p>
            <a:r>
              <a:rPr lang="en-US" sz="3500" dirty="0"/>
              <a:t>Particle Swarm Optimization for MS Window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26BAA6-32D8-4005-BC43-0ED2E8CC8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444" y="2202690"/>
            <a:ext cx="5496692" cy="304843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D4CA586D-6625-43BA-89A6-D19EC32D9C04}"/>
              </a:ext>
            </a:extLst>
          </p:cNvPr>
          <p:cNvSpPr/>
          <p:nvPr/>
        </p:nvSpPr>
        <p:spPr>
          <a:xfrm>
            <a:off x="2594344" y="2223956"/>
            <a:ext cx="170121" cy="21090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9360229-32C3-468E-B67A-92CFF5B8F7D7}"/>
              </a:ext>
            </a:extLst>
          </p:cNvPr>
          <p:cNvSpPr/>
          <p:nvPr/>
        </p:nvSpPr>
        <p:spPr>
          <a:xfrm>
            <a:off x="3513889" y="2232837"/>
            <a:ext cx="170121" cy="21090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53E2AC5-6992-4A69-AC73-8F918763280A}"/>
              </a:ext>
            </a:extLst>
          </p:cNvPr>
          <p:cNvSpPr/>
          <p:nvPr/>
        </p:nvSpPr>
        <p:spPr>
          <a:xfrm>
            <a:off x="5420389" y="2232837"/>
            <a:ext cx="170121" cy="21090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57DE08-8E19-48E7-829E-B3CA635A1BAF}"/>
              </a:ext>
            </a:extLst>
          </p:cNvPr>
          <p:cNvSpPr txBox="1"/>
          <p:nvPr/>
        </p:nvSpPr>
        <p:spPr>
          <a:xfrm>
            <a:off x="721547" y="1130734"/>
            <a:ext cx="10748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Generate a set of candidate solutions, and try to find the best solution using a position-velocity update method: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824F461-B050-4BA9-93CC-5C88527797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0875" y="1703720"/>
            <a:ext cx="2219635" cy="29531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76CD129-1904-4E15-A72E-3629149324B5}"/>
              </a:ext>
            </a:extLst>
          </p:cNvPr>
          <p:cNvSpPr txBox="1"/>
          <p:nvPr/>
        </p:nvSpPr>
        <p:spPr>
          <a:xfrm>
            <a:off x="1199877" y="2912277"/>
            <a:ext cx="6792437" cy="2819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Inputs:</a:t>
            </a:r>
          </a:p>
          <a:p>
            <a:pPr>
              <a:lnSpc>
                <a:spcPct val="150000"/>
              </a:lnSpc>
            </a:pPr>
            <a:r>
              <a:rPr lang="en-US" dirty="0"/>
              <a:t>	- # of dimensions</a:t>
            </a:r>
          </a:p>
          <a:p>
            <a:pPr>
              <a:lnSpc>
                <a:spcPct val="150000"/>
              </a:lnSpc>
            </a:pPr>
            <a:r>
              <a:rPr lang="en-US" dirty="0"/>
              <a:t>	- objective function / FOM</a:t>
            </a:r>
          </a:p>
          <a:p>
            <a:pPr>
              <a:lnSpc>
                <a:spcPct val="150000"/>
              </a:lnSpc>
            </a:pPr>
            <a:r>
              <a:rPr lang="en-US" dirty="0"/>
              <a:t>	- bounds of each dimension</a:t>
            </a:r>
          </a:p>
          <a:p>
            <a:pPr>
              <a:lnSpc>
                <a:spcPct val="150000"/>
              </a:lnSpc>
            </a:pPr>
            <a:r>
              <a:rPr lang="en-US" dirty="0"/>
              <a:t>	- number of “particles”</a:t>
            </a:r>
          </a:p>
          <a:p>
            <a:pPr>
              <a:lnSpc>
                <a:spcPct val="150000"/>
              </a:lnSpc>
            </a:pPr>
            <a:r>
              <a:rPr lang="en-US" dirty="0"/>
              <a:t>	- weights: w (momentum), c</a:t>
            </a:r>
            <a:r>
              <a:rPr lang="en-US" baseline="-25000" dirty="0"/>
              <a:t>1</a:t>
            </a:r>
            <a:r>
              <a:rPr lang="en-US" dirty="0"/>
              <a:t> (personal best), c</a:t>
            </a:r>
            <a:r>
              <a:rPr lang="en-US" baseline="-25000" dirty="0"/>
              <a:t>2</a:t>
            </a:r>
            <a:r>
              <a:rPr lang="en-US" dirty="0"/>
              <a:t> (global best)</a:t>
            </a:r>
          </a:p>
          <a:p>
            <a:pPr>
              <a:lnSpc>
                <a:spcPct val="150000"/>
              </a:lnSpc>
            </a:pPr>
            <a:r>
              <a:rPr lang="en-US" dirty="0"/>
              <a:t>	- # of iterations </a:t>
            </a:r>
            <a:r>
              <a:rPr lang="en-US" baseline="-25000" dirty="0"/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E84D5D-41AF-4C55-9754-06DE23DE28EC}"/>
              </a:ext>
            </a:extLst>
          </p:cNvPr>
          <p:cNvSpPr/>
          <p:nvPr/>
        </p:nvSpPr>
        <p:spPr>
          <a:xfrm>
            <a:off x="2062716" y="4114208"/>
            <a:ext cx="5922335" cy="16013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619F0AD-5E40-47C9-B613-A8797DE1F151}"/>
              </a:ext>
            </a:extLst>
          </p:cNvPr>
          <p:cNvCxnSpPr>
            <a:cxnSpLocks/>
          </p:cNvCxnSpPr>
          <p:nvPr/>
        </p:nvCxnSpPr>
        <p:spPr>
          <a:xfrm flipH="1" flipV="1">
            <a:off x="5819553" y="5833877"/>
            <a:ext cx="645044" cy="302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43CED70-0736-4173-BBFA-09136BED0B32}"/>
              </a:ext>
            </a:extLst>
          </p:cNvPr>
          <p:cNvSpPr txBox="1"/>
          <p:nvPr/>
        </p:nvSpPr>
        <p:spPr>
          <a:xfrm>
            <a:off x="6464597" y="6136383"/>
            <a:ext cx="213898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accent1"/>
                </a:solidFill>
              </a:rPr>
              <a:t>hyperparameters to tune</a:t>
            </a:r>
          </a:p>
        </p:txBody>
      </p:sp>
    </p:spTree>
    <p:extLst>
      <p:ext uri="{BB962C8B-B14F-4D97-AF65-F5344CB8AC3E}">
        <p14:creationId xmlns:p14="http://schemas.microsoft.com/office/powerpoint/2010/main" val="2874300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EF90606A-5EB7-46D3-A1CE-9F377126FF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8509" y="2880998"/>
            <a:ext cx="4207086" cy="3600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9D0CF7-DDC1-4D61-A913-A7876042E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137" y="3004794"/>
            <a:ext cx="4207085" cy="33528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8">
                <a:extLst>
                  <a:ext uri="{FF2B5EF4-FFF2-40B4-BE49-F238E27FC236}">
                    <a16:creationId xmlns:a16="http://schemas.microsoft.com/office/drawing/2014/main" id="{58AD7FFC-DD51-4564-AC6E-4B32962F2CAD}"/>
                  </a:ext>
                </a:extLst>
              </p:cNvPr>
              <p:cNvSpPr txBox="1"/>
              <p:nvPr/>
            </p:nvSpPr>
            <p:spPr>
              <a:xfrm>
                <a:off x="1763749" y="684568"/>
                <a:ext cx="3323859" cy="9396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FoM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p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𝒯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</m:d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nary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8">
                <a:extLst>
                  <a:ext uri="{FF2B5EF4-FFF2-40B4-BE49-F238E27FC236}">
                    <a16:creationId xmlns:a16="http://schemas.microsoft.com/office/drawing/2014/main" id="{58AD7FFC-DD51-4564-AC6E-4B32962F2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749" y="684568"/>
                <a:ext cx="3323859" cy="9396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279BDC2E-9983-490F-8416-C01BBB58B306}"/>
              </a:ext>
            </a:extLst>
          </p:cNvPr>
          <p:cNvSpPr txBox="1"/>
          <p:nvPr/>
        </p:nvSpPr>
        <p:spPr>
          <a:xfrm>
            <a:off x="1763749" y="1760491"/>
            <a:ext cx="3216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Dimensions = 3*</a:t>
            </a:r>
            <a:r>
              <a:rPr lang="en-US" dirty="0" err="1"/>
              <a:t>N</a:t>
            </a:r>
            <a:r>
              <a:rPr lang="en-US" baseline="-25000" dirty="0" err="1"/>
              <a:t>layers</a:t>
            </a:r>
            <a:r>
              <a:rPr lang="en-US" dirty="0"/>
              <a:t>  (n, k, d)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371807-5440-484C-B1EE-66631677696E}"/>
              </a:ext>
            </a:extLst>
          </p:cNvPr>
          <p:cNvSpPr txBox="1"/>
          <p:nvPr/>
        </p:nvSpPr>
        <p:spPr>
          <a:xfrm>
            <a:off x="6571967" y="662703"/>
            <a:ext cx="3834896" cy="19229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dirty="0" err="1"/>
              <a:t>N</a:t>
            </a:r>
            <a:r>
              <a:rPr lang="en-US" baseline="-25000" dirty="0" err="1"/>
              <a:t>layers</a:t>
            </a:r>
            <a:r>
              <a:rPr lang="en-US" dirty="0"/>
              <a:t> = 10</a:t>
            </a:r>
          </a:p>
          <a:p>
            <a:pPr>
              <a:lnSpc>
                <a:spcPts val="2400"/>
              </a:lnSpc>
            </a:pPr>
            <a:r>
              <a:rPr lang="en-US" dirty="0"/>
              <a:t>Bounds:   </a:t>
            </a:r>
            <a:r>
              <a:rPr lang="en-US" dirty="0" err="1"/>
              <a:t>n</a:t>
            </a:r>
            <a:r>
              <a:rPr lang="en-US" baseline="-25000" dirty="0" err="1"/>
              <a:t>min</a:t>
            </a:r>
            <a:r>
              <a:rPr lang="en-US" dirty="0"/>
              <a:t> = 1.3, </a:t>
            </a:r>
            <a:r>
              <a:rPr lang="en-US" dirty="0" err="1"/>
              <a:t>n</a:t>
            </a:r>
            <a:r>
              <a:rPr lang="en-US" baseline="-25000" dirty="0" err="1"/>
              <a:t>max</a:t>
            </a:r>
            <a:r>
              <a:rPr lang="en-US" baseline="-25000" dirty="0"/>
              <a:t> </a:t>
            </a:r>
            <a:r>
              <a:rPr lang="en-US" dirty="0"/>
              <a:t>= 5, </a:t>
            </a:r>
          </a:p>
          <a:p>
            <a:pPr>
              <a:lnSpc>
                <a:spcPts val="2400"/>
              </a:lnSpc>
            </a:pPr>
            <a:r>
              <a:rPr lang="en-US" dirty="0"/>
              <a:t>	</a:t>
            </a:r>
            <a:r>
              <a:rPr lang="en-US" dirty="0" err="1"/>
              <a:t>k</a:t>
            </a:r>
            <a:r>
              <a:rPr lang="en-US" baseline="-25000" dirty="0" err="1"/>
              <a:t>min</a:t>
            </a:r>
            <a:r>
              <a:rPr lang="en-US" dirty="0"/>
              <a:t> = 0.01, </a:t>
            </a:r>
            <a:r>
              <a:rPr lang="en-US" dirty="0" err="1"/>
              <a:t>k</a:t>
            </a:r>
            <a:r>
              <a:rPr lang="en-US" baseline="-25000" dirty="0" err="1"/>
              <a:t>max</a:t>
            </a:r>
            <a:r>
              <a:rPr lang="en-US" dirty="0"/>
              <a:t> = 1,</a:t>
            </a:r>
          </a:p>
          <a:p>
            <a:pPr>
              <a:lnSpc>
                <a:spcPts val="2400"/>
              </a:lnSpc>
            </a:pPr>
            <a:r>
              <a:rPr lang="en-US" dirty="0"/>
              <a:t>	</a:t>
            </a:r>
            <a:r>
              <a:rPr lang="en-US" dirty="0" err="1"/>
              <a:t>d</a:t>
            </a:r>
            <a:r>
              <a:rPr lang="en-US" baseline="-25000" dirty="0" err="1"/>
              <a:t>min</a:t>
            </a:r>
            <a:r>
              <a:rPr lang="en-US" dirty="0"/>
              <a:t> = 0.01 </a:t>
            </a:r>
            <a:r>
              <a:rPr lang="el-GR" dirty="0"/>
              <a:t>μ</a:t>
            </a:r>
            <a:r>
              <a:rPr lang="en-US" dirty="0"/>
              <a:t>m, </a:t>
            </a:r>
            <a:r>
              <a:rPr lang="en-US" dirty="0" err="1"/>
              <a:t>d</a:t>
            </a:r>
            <a:r>
              <a:rPr lang="en-US" baseline="-25000" dirty="0" err="1"/>
              <a:t>max</a:t>
            </a:r>
            <a:r>
              <a:rPr lang="en-US" dirty="0"/>
              <a:t> </a:t>
            </a:r>
            <a:r>
              <a:rPr lang="en-US"/>
              <a:t>= 0.1 </a:t>
            </a:r>
            <a:r>
              <a:rPr lang="el-GR" dirty="0"/>
              <a:t>μ</a:t>
            </a:r>
            <a:r>
              <a:rPr lang="en-US" dirty="0"/>
              <a:t>m</a:t>
            </a:r>
          </a:p>
          <a:p>
            <a:pPr>
              <a:lnSpc>
                <a:spcPts val="2400"/>
              </a:lnSpc>
            </a:pPr>
            <a:r>
              <a:rPr lang="en-US" dirty="0" err="1"/>
              <a:t>N</a:t>
            </a:r>
            <a:r>
              <a:rPr lang="en-US" baseline="-25000" dirty="0" err="1"/>
              <a:t>particles</a:t>
            </a:r>
            <a:r>
              <a:rPr lang="en-US" dirty="0"/>
              <a:t> = 100  </a:t>
            </a:r>
          </a:p>
          <a:p>
            <a:pPr>
              <a:lnSpc>
                <a:spcPts val="2400"/>
              </a:lnSpc>
            </a:pPr>
            <a:r>
              <a:rPr lang="en-US" dirty="0" err="1"/>
              <a:t>N</a:t>
            </a:r>
            <a:r>
              <a:rPr lang="en-US" baseline="-25000" dirty="0" err="1"/>
              <a:t>iterations</a:t>
            </a:r>
            <a:r>
              <a:rPr lang="en-US" dirty="0"/>
              <a:t> = 100</a:t>
            </a:r>
          </a:p>
        </p:txBody>
      </p:sp>
    </p:spTree>
    <p:extLst>
      <p:ext uri="{BB962C8B-B14F-4D97-AF65-F5344CB8AC3E}">
        <p14:creationId xmlns:p14="http://schemas.microsoft.com/office/powerpoint/2010/main" val="3570643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>
            <a:extLst>
              <a:ext uri="{FF2B5EF4-FFF2-40B4-BE49-F238E27FC236}">
                <a16:creationId xmlns:a16="http://schemas.microsoft.com/office/drawing/2014/main" id="{0C35A451-34E8-4299-A166-FBD352CC6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6034" y="1324870"/>
            <a:ext cx="4792368" cy="3862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48ADA5-321A-4A0E-A4DF-F207EE404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962" y="1816660"/>
            <a:ext cx="3479159" cy="25267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D9B431-3740-4433-A7A5-20D33502F03B}"/>
              </a:ext>
            </a:extLst>
          </p:cNvPr>
          <p:cNvSpPr txBox="1"/>
          <p:nvPr/>
        </p:nvSpPr>
        <p:spPr>
          <a:xfrm>
            <a:off x="935666" y="563525"/>
            <a:ext cx="6492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Compare bulk window with same total losses with proposed design:</a:t>
            </a:r>
          </a:p>
        </p:txBody>
      </p:sp>
      <p:pic>
        <p:nvPicPr>
          <p:cNvPr id="11" name="Picture 8">
            <a:extLst>
              <a:ext uri="{FF2B5EF4-FFF2-40B4-BE49-F238E27FC236}">
                <a16:creationId xmlns:a16="http://schemas.microsoft.com/office/drawing/2014/main" id="{F40C9C78-5671-4F67-9C32-0BEFDA718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8315" y="181010"/>
            <a:ext cx="2350153" cy="2011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F07E76-D553-4A70-A397-2DD8193C2F49}"/>
              </a:ext>
            </a:extLst>
          </p:cNvPr>
          <p:cNvSpPr txBox="1"/>
          <p:nvPr/>
        </p:nvSpPr>
        <p:spPr>
          <a:xfrm>
            <a:off x="1265274" y="5794744"/>
            <a:ext cx="2929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FOM</a:t>
            </a:r>
            <a:r>
              <a:rPr lang="en-US" baseline="-25000" dirty="0" err="1"/>
              <a:t>bulk</a:t>
            </a:r>
            <a:r>
              <a:rPr lang="en-US" dirty="0"/>
              <a:t> : </a:t>
            </a:r>
            <a:r>
              <a:rPr lang="en-US" b="1" dirty="0"/>
              <a:t>2.62</a:t>
            </a:r>
            <a:r>
              <a:rPr lang="en-US" dirty="0"/>
              <a:t> , FOM</a:t>
            </a:r>
            <a:r>
              <a:rPr lang="en-US" baseline="-25000" dirty="0"/>
              <a:t>MS</a:t>
            </a:r>
            <a:r>
              <a:rPr lang="en-US" dirty="0"/>
              <a:t> : </a:t>
            </a:r>
            <a:r>
              <a:rPr lang="en-US" b="1" dirty="0"/>
              <a:t>2.76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00714A-B5E9-40E0-9905-339F10308371}"/>
              </a:ext>
            </a:extLst>
          </p:cNvPr>
          <p:cNvSpPr txBox="1"/>
          <p:nvPr/>
        </p:nvSpPr>
        <p:spPr>
          <a:xfrm>
            <a:off x="5241644" y="5517745"/>
            <a:ext cx="56273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Next steps: </a:t>
            </a:r>
          </a:p>
          <a:p>
            <a:r>
              <a:rPr lang="en-US" dirty="0"/>
              <a:t>	- Compare with spatial KK (same losses)</a:t>
            </a:r>
          </a:p>
          <a:p>
            <a:r>
              <a:rPr lang="en-US" dirty="0"/>
              <a:t>	- Tune hyperparameters in PSO, run several </a:t>
            </a:r>
            <a:r>
              <a:rPr lang="en-US" dirty="0" err="1"/>
              <a:t>exps</a:t>
            </a:r>
            <a:endParaRPr lang="en-US" dirty="0"/>
          </a:p>
          <a:p>
            <a:r>
              <a:rPr lang="en-US" dirty="0"/>
              <a:t>	- Compare FOM over a range of angles</a:t>
            </a:r>
          </a:p>
        </p:txBody>
      </p:sp>
    </p:spTree>
    <p:extLst>
      <p:ext uri="{BB962C8B-B14F-4D97-AF65-F5344CB8AC3E}">
        <p14:creationId xmlns:p14="http://schemas.microsoft.com/office/powerpoint/2010/main" val="560384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1681</TotalTime>
  <Words>185</Words>
  <Application>Microsoft Office PowerPoint</Application>
  <PresentationFormat>Widescreen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Particle Swarm Optimization for MS Window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Kunal Lakhanpal</dc:creator>
  <cp:lastModifiedBy>Kunal Lakhanpal</cp:lastModifiedBy>
  <cp:revision>13</cp:revision>
  <dcterms:created xsi:type="dcterms:W3CDTF">2024-10-17T19:20:25Z</dcterms:created>
  <dcterms:modified xsi:type="dcterms:W3CDTF">2024-10-25T08:35:22Z</dcterms:modified>
</cp:coreProperties>
</file>