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47D7-2585-40B3-8EF0-BDAD11781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8EDF6-3DFB-4D31-B7FA-834009E45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0CB76-CA16-4D67-B8CA-B1A576D3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3BC6-E2FE-4835-8F48-62F7AE87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5B6E0-A17F-49C6-A373-56D93A8A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D8A2-A572-4001-B253-829F8903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FCC5F-FE39-41A4-8D99-10752A36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54555-3B76-49C3-ACA1-B1713A600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1033-94A8-4956-ACC9-DE48A53D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09E9F-4227-4C28-A0B5-CC36DEB3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621F-01FB-4482-9058-C7116552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B5DDF-BDC6-48C6-BC38-40F84810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342A-BC2C-4ECE-9F97-DA1F83E4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E32B-0367-4E45-97E8-3A4EBAA3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E2AB-B959-45EC-8A16-A54CD60A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6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BF71-EAEC-47EC-9B81-0BAC35F2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A430-1AE8-48CA-9332-0E5B6D373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5182D-B207-4156-AAC0-29010E773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F769E-EA81-4BFA-90C6-66BEFB3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D317F-EE8D-4670-9333-C6A32337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F1F18-ED86-4286-A8DE-815825CC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2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CD5C-7F91-4D64-A4AB-F071C859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AD054-45C0-4B23-8ED2-20528AFED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69CC4-C0B7-407F-96F9-D6F359C08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1384F-A0A8-4B5E-B2D5-BFC1919AE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53EC7-895A-4C33-9AB8-7C04F4791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AD9FF-373C-4C16-927F-DE581685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4ED9B-EAE9-4BFF-A1A4-8AEB8BFA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6CC99-5F5A-49F8-A82D-6196C14E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9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DF46-F405-423D-AF04-1D198C9D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0018C-1903-4DBD-881B-10A1486E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51159-0A20-4041-87B6-079F5BA5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C96C0-9EA1-4095-B5AE-5AE2A9AB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F7B3F-42AE-4FD6-AD33-521AD891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EE2E2-5D3F-4CDE-B37E-CEBABB3F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905DE-BB57-4990-813D-B1DC42D4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1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8F33-5B54-4D06-A3ED-C211F125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0BB22-3360-4780-9E3A-DEB764276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921E2-5021-438E-853E-10E77C36B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4C13C-C2DC-413C-9C7E-B064DA7CD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373AA-DD9F-4E7F-A7D3-8C38FF58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554C8-CD81-474A-B5EE-9741303F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0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9805-56B5-4903-9476-2D2452A2A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8870B-C463-4576-B356-D645B865E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887FD-3E19-4747-8D95-9F047E859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E25A0-1E5C-4C97-AAC8-5BEC7ED7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5E35C-EF3A-4450-8505-49FD4BBB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17F47-3746-4EB2-9485-6D9B35D8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5BF7-7E81-4682-817C-73CC7F73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D2308-557C-4A13-BF8E-ED9A7A047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590F7-82FC-400C-9121-D22A2E13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8257-766B-4DCA-B530-95350268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55869-A9E1-42DE-ACC4-A5B17204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1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D098A-6ABC-4D28-A096-7317FE578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3C28E-B610-4E8B-800C-EABA176EE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D426-585A-49F3-AB6C-B8213270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F67B-E94C-43C6-B102-559B5FB3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1068B-C48D-4432-B08E-97A32577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9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200D0-BE79-485C-95D9-E859802C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9698C-1D7F-4EE8-AAF1-017A1DF0F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B2B7B-FAB8-4E17-A97D-53E00472C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88FA-B6A2-4839-86A0-78467C5C92C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FC560-2282-4FBA-8D74-4E81CC3CE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47502-68F1-4D0F-8786-945597721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62DB4-74F3-47B4-A590-CD79A389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7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DF2AB-1936-44A4-8E48-9DDB4F918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16" y="250114"/>
            <a:ext cx="3804616" cy="31788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BD59E6-4B53-476E-BE82-AACF6E240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695" y="250114"/>
            <a:ext cx="3804618" cy="3178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ECFA49-ECC7-4093-B3CA-A6E711BD0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914" y="3539265"/>
            <a:ext cx="3804618" cy="3178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1FEEF8-8B0A-4393-94C6-CB987BEA0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695" y="3539265"/>
            <a:ext cx="3804619" cy="31788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75916-86F2-4B02-8190-EDCB840BB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5" y="250114"/>
            <a:ext cx="3804620" cy="3174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8F204C-DDE3-4415-AC72-E3ECBA1DEF8D}"/>
              </a:ext>
            </a:extLst>
          </p:cNvPr>
          <p:cNvSpPr txBox="1"/>
          <p:nvPr/>
        </p:nvSpPr>
        <p:spPr>
          <a:xfrm>
            <a:off x="567287" y="3820657"/>
            <a:ext cx="321746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window thickness: 2mm</a:t>
            </a:r>
          </a:p>
          <a:p>
            <a:pPr>
              <a:spcAft>
                <a:spcPts val="1200"/>
              </a:spcAft>
            </a:pPr>
            <a:r>
              <a:rPr lang="en-US" dirty="0"/>
              <a:t>adding a coating with low losses (top middle plot) does not introduce any asymmetry.</a:t>
            </a:r>
          </a:p>
          <a:p>
            <a:pPr>
              <a:spcAft>
                <a:spcPts val="1200"/>
              </a:spcAft>
            </a:pPr>
            <a:r>
              <a:rPr lang="en-US" dirty="0"/>
              <a:t>Increasing losses, while introducing some asymmetry in parts of spectrum, reduces signal-to-noise consistently. </a:t>
            </a:r>
          </a:p>
        </p:txBody>
      </p:sp>
    </p:spTree>
    <p:extLst>
      <p:ext uri="{BB962C8B-B14F-4D97-AF65-F5344CB8AC3E}">
        <p14:creationId xmlns:p14="http://schemas.microsoft.com/office/powerpoint/2010/main" val="44682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013147-22BD-41B1-95C0-9E3C45E75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94" y="1255955"/>
            <a:ext cx="4443144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454E1D-803F-4B57-ABAC-799ECD16C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92" y="1255955"/>
            <a:ext cx="4443144" cy="342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4800EE-4EBF-43CF-B76B-BFF466896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596" y="1255955"/>
            <a:ext cx="1542545" cy="1115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56EDD1-F71D-4108-B6FC-0BC5C6451D96}"/>
              </a:ext>
            </a:extLst>
          </p:cNvPr>
          <p:cNvSpPr txBox="1"/>
          <p:nvPr/>
        </p:nvSpPr>
        <p:spPr>
          <a:xfrm>
            <a:off x="247425" y="150607"/>
            <a:ext cx="3569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Smooth Spatial KK Coating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E2187-B6C4-4822-8C65-574744B44903}"/>
              </a:ext>
            </a:extLst>
          </p:cNvPr>
          <p:cNvSpPr txBox="1"/>
          <p:nvPr/>
        </p:nvSpPr>
        <p:spPr>
          <a:xfrm>
            <a:off x="2870025" y="5143972"/>
            <a:ext cx="606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this in front of bulk window to see if there is an advantage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550AD9-9671-4A87-9D04-B43FBFEA38C5}"/>
                  </a:ext>
                </a:extLst>
              </p:cNvPr>
              <p:cNvSpPr/>
              <p:nvPr/>
            </p:nvSpPr>
            <p:spPr>
              <a:xfrm>
                <a:off x="9511438" y="2609011"/>
                <a:ext cx="2416431" cy="1275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sz="2000" dirty="0" err="1"/>
                  <a:t>n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2.3</a:t>
                </a:r>
              </a:p>
              <a:p>
                <a:pPr algn="ctr"/>
                <a:r>
                  <a:rPr lang="en-US" sz="2000" dirty="0" err="1"/>
                  <a:t>ε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 = n</a:t>
                </a:r>
                <a:r>
                  <a:rPr lang="en-US" sz="2000" baseline="-25000" dirty="0"/>
                  <a:t>b</a:t>
                </a:r>
                <a:r>
                  <a:rPr lang="en-US" sz="2000" baseline="30000" dirty="0"/>
                  <a:t>2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550AD9-9671-4A87-9D04-B43FBFEA3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438" y="2609011"/>
                <a:ext cx="2416431" cy="1275349"/>
              </a:xfrm>
              <a:prstGeom prst="rect">
                <a:avLst/>
              </a:prstGeom>
              <a:blipFill>
                <a:blip r:embed="rId5"/>
                <a:stretch>
                  <a:fillRect b="-7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17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DF2AB-1936-44A4-8E48-9DDB4F918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16" y="252207"/>
            <a:ext cx="3804616" cy="3174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BD59E6-4B53-476E-BE82-AACF6E240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695" y="262615"/>
            <a:ext cx="3804618" cy="3153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ECFA49-ECC7-4093-B3CA-A6E711BD0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14" y="3551767"/>
            <a:ext cx="3804618" cy="3153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1FEEF8-8B0A-4393-94C6-CB987BEA0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695" y="3541358"/>
            <a:ext cx="3804619" cy="3174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75916-86F2-4B02-8190-EDCB840BB2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5" y="252903"/>
            <a:ext cx="3804620" cy="3169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8F204C-DDE3-4415-AC72-E3ECBA1DEF8D}"/>
              </a:ext>
            </a:extLst>
          </p:cNvPr>
          <p:cNvSpPr txBox="1"/>
          <p:nvPr/>
        </p:nvSpPr>
        <p:spPr>
          <a:xfrm>
            <a:off x="567287" y="3820657"/>
            <a:ext cx="32174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window thickness: 2mm</a:t>
            </a:r>
          </a:p>
          <a:p>
            <a:pPr>
              <a:spcAft>
                <a:spcPts val="1200"/>
              </a:spcAft>
            </a:pPr>
            <a:r>
              <a:rPr lang="en-US" dirty="0"/>
              <a:t>Adding a coating, while introducing some asymmetry in parts of spectrum, reduces signal-to-noise consistently. </a:t>
            </a:r>
          </a:p>
        </p:txBody>
      </p:sp>
    </p:spTree>
    <p:extLst>
      <p:ext uri="{BB962C8B-B14F-4D97-AF65-F5344CB8AC3E}">
        <p14:creationId xmlns:p14="http://schemas.microsoft.com/office/powerpoint/2010/main" val="130507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0DAF26-76BE-4420-8712-137231A39E56}"/>
              </a:ext>
            </a:extLst>
          </p:cNvPr>
          <p:cNvGrpSpPr/>
          <p:nvPr/>
        </p:nvGrpSpPr>
        <p:grpSpPr>
          <a:xfrm>
            <a:off x="1387737" y="1883245"/>
            <a:ext cx="8986222" cy="1290918"/>
            <a:chOff x="2259106" y="2398955"/>
            <a:chExt cx="8986222" cy="12909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D6D80-53D4-4177-900D-EF2F1CF69687}"/>
                </a:ext>
              </a:extLst>
            </p:cNvPr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3C7B8B-EEAC-4E16-96F6-607E93100C00}"/>
                </a:ext>
              </a:extLst>
            </p:cNvPr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A76B7C-1499-4413-ABA6-411A810D771F}"/>
                </a:ext>
              </a:extLst>
            </p:cNvPr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8D1184-9798-4617-8F6E-370C8BCAA29E}"/>
                </a:ext>
              </a:extLst>
            </p:cNvPr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2FF460-8E4B-48DC-9E88-52662773B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484" y="2117344"/>
            <a:ext cx="1290978" cy="7628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194AE4-7AB2-4109-A604-131E07F9B1EB}"/>
              </a:ext>
            </a:extLst>
          </p:cNvPr>
          <p:cNvSpPr/>
          <p:nvPr/>
        </p:nvSpPr>
        <p:spPr>
          <a:xfrm>
            <a:off x="2333718" y="2196099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F54F8C-F055-4EA7-8807-AFFF24CB9ACA}"/>
              </a:ext>
            </a:extLst>
          </p:cNvPr>
          <p:cNvSpPr/>
          <p:nvPr/>
        </p:nvSpPr>
        <p:spPr>
          <a:xfrm>
            <a:off x="1576499" y="2498769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F9F86C8A-88A0-401A-87DC-DB9DAA7F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163" y="2133560"/>
            <a:ext cx="1290978" cy="762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F2F71A-1508-45C6-BD17-1E60510B0137}"/>
              </a:ext>
            </a:extLst>
          </p:cNvPr>
          <p:cNvSpPr/>
          <p:nvPr/>
        </p:nvSpPr>
        <p:spPr>
          <a:xfrm>
            <a:off x="6821397" y="2212315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43841-C76F-4EFC-9A5E-E78FBA95E4AC}"/>
              </a:ext>
            </a:extLst>
          </p:cNvPr>
          <p:cNvSpPr/>
          <p:nvPr/>
        </p:nvSpPr>
        <p:spPr>
          <a:xfrm>
            <a:off x="6064178" y="2514985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662243-89FB-4C6E-A78B-72A7DEA6A9FA}"/>
              </a:ext>
            </a:extLst>
          </p:cNvPr>
          <p:cNvCxnSpPr>
            <a:cxnSpLocks/>
          </p:cNvCxnSpPr>
          <p:nvPr/>
        </p:nvCxnSpPr>
        <p:spPr>
          <a:xfrm flipH="1">
            <a:off x="1387737" y="3573004"/>
            <a:ext cx="8986223" cy="1201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/>
              <p:nvPr/>
            </p:nvSpPr>
            <p:spPr>
              <a:xfrm>
                <a:off x="5673987" y="3169894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987" y="3169894"/>
                <a:ext cx="5803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4CB2CA75-4256-4214-BAE3-B187B1215FA9}"/>
              </a:ext>
            </a:extLst>
          </p:cNvPr>
          <p:cNvSpPr/>
          <p:nvPr/>
        </p:nvSpPr>
        <p:spPr>
          <a:xfrm>
            <a:off x="1387737" y="3781522"/>
            <a:ext cx="8986222" cy="1290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/>
              <p:nvPr/>
            </p:nvSpPr>
            <p:spPr>
              <a:xfrm>
                <a:off x="4472065" y="4060434"/>
                <a:ext cx="2817566" cy="7605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065" y="4060434"/>
                <a:ext cx="2817566" cy="760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/>
              <p:nvPr/>
            </p:nvSpPr>
            <p:spPr>
              <a:xfrm>
                <a:off x="7812209" y="6241020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209" y="6241020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/>
              <p:nvPr/>
            </p:nvSpPr>
            <p:spPr>
              <a:xfrm>
                <a:off x="7884024" y="5611521"/>
                <a:ext cx="2295692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avg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24" y="5611521"/>
                <a:ext cx="2295692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/>
              <p:nvPr/>
            </p:nvSpPr>
            <p:spPr>
              <a:xfrm>
                <a:off x="1563653" y="5561266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653" y="5561266"/>
                <a:ext cx="3323859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171E14B-6A5D-4C67-BE5A-71E0F30D172A}"/>
              </a:ext>
            </a:extLst>
          </p:cNvPr>
          <p:cNvSpPr txBox="1"/>
          <p:nvPr/>
        </p:nvSpPr>
        <p:spPr>
          <a:xfrm>
            <a:off x="744781" y="2056536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55963-6226-4567-BD83-9D2BE7B93C90}"/>
              </a:ext>
            </a:extLst>
          </p:cNvPr>
          <p:cNvSpPr txBox="1"/>
          <p:nvPr/>
        </p:nvSpPr>
        <p:spPr>
          <a:xfrm>
            <a:off x="10472216" y="3908644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D8170F-4BB9-4646-B6B9-BBC540BA767C}"/>
              </a:ext>
            </a:extLst>
          </p:cNvPr>
          <p:cNvSpPr txBox="1"/>
          <p:nvPr/>
        </p:nvSpPr>
        <p:spPr>
          <a:xfrm>
            <a:off x="744781" y="3908644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F386A0-4CA6-4C4B-8B1B-0A1B79372EE6}"/>
              </a:ext>
            </a:extLst>
          </p:cNvPr>
          <p:cNvSpPr txBox="1"/>
          <p:nvPr/>
        </p:nvSpPr>
        <p:spPr>
          <a:xfrm>
            <a:off x="10472216" y="2056536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8C7CE91-E6BD-42A8-83B2-F4CB6D7C0C71}"/>
              </a:ext>
            </a:extLst>
          </p:cNvPr>
          <p:cNvSpPr/>
          <p:nvPr/>
        </p:nvSpPr>
        <p:spPr>
          <a:xfrm rot="5400000">
            <a:off x="3447546" y="-668359"/>
            <a:ext cx="373491" cy="4493110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DD01A-BB5E-45F7-AD34-A4D8C2834981}"/>
              </a:ext>
            </a:extLst>
          </p:cNvPr>
          <p:cNvSpPr txBox="1"/>
          <p:nvPr/>
        </p:nvSpPr>
        <p:spPr>
          <a:xfrm>
            <a:off x="3210745" y="910541"/>
            <a:ext cx="84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Stack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C27C21-CE8F-4DDD-A772-7020224C7044}"/>
              </a:ext>
            </a:extLst>
          </p:cNvPr>
          <p:cNvSpPr txBox="1"/>
          <p:nvPr/>
        </p:nvSpPr>
        <p:spPr>
          <a:xfrm>
            <a:off x="247425" y="150607"/>
            <a:ext cx="3354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“Stack of KK Stacks” idea</a:t>
            </a:r>
          </a:p>
        </p:txBody>
      </p:sp>
    </p:spTree>
    <p:extLst>
      <p:ext uri="{BB962C8B-B14F-4D97-AF65-F5344CB8AC3E}">
        <p14:creationId xmlns:p14="http://schemas.microsoft.com/office/powerpoint/2010/main" val="313338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122</Words>
  <Application>Microsoft Office PowerPoint</Application>
  <PresentationFormat>Widescreen</PresentationFormat>
  <Paragraphs>21</Paragraphs>
  <Slides>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16</cp:revision>
  <dcterms:created xsi:type="dcterms:W3CDTF">2025-04-15T03:05:57Z</dcterms:created>
  <dcterms:modified xsi:type="dcterms:W3CDTF">2025-04-16T19:03:05Z</dcterms:modified>
</cp:coreProperties>
</file>